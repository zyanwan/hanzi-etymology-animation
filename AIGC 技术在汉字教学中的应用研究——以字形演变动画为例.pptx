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5" r:id="rId3"/>
    <p:sldId id="257" r:id="rId4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3" Type="http://schemas.openxmlformats.org/officeDocument/2006/relationships/tags" Target="../tags/tag84.xml"/><Relationship Id="rId32" Type="http://schemas.openxmlformats.org/officeDocument/2006/relationships/tags" Target="../tags/tag83.xml"/><Relationship Id="rId31" Type="http://schemas.openxmlformats.org/officeDocument/2006/relationships/tags" Target="../tags/tag82.xml"/><Relationship Id="rId30" Type="http://schemas.openxmlformats.org/officeDocument/2006/relationships/tags" Target="../tags/tag81.xml"/><Relationship Id="rId3" Type="http://schemas.openxmlformats.org/officeDocument/2006/relationships/tags" Target="../tags/tag54.xml"/><Relationship Id="rId29" Type="http://schemas.openxmlformats.org/officeDocument/2006/relationships/tags" Target="../tags/tag80.xml"/><Relationship Id="rId28" Type="http://schemas.openxmlformats.org/officeDocument/2006/relationships/tags" Target="../tags/tag79.xml"/><Relationship Id="rId27" Type="http://schemas.openxmlformats.org/officeDocument/2006/relationships/tags" Target="../tags/tag78.xml"/><Relationship Id="rId26" Type="http://schemas.openxmlformats.org/officeDocument/2006/relationships/tags" Target="../tags/tag77.xml"/><Relationship Id="rId25" Type="http://schemas.openxmlformats.org/officeDocument/2006/relationships/tags" Target="../tags/tag76.xml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tags" Target="../tags/tag73.xml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tags" Target="../tags/tag53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2" Type="http://schemas.openxmlformats.org/officeDocument/2006/relationships/tags" Target="../tags/tag155.xml"/><Relationship Id="rId41" Type="http://schemas.openxmlformats.org/officeDocument/2006/relationships/tags" Target="../tags/tag154.xml"/><Relationship Id="rId40" Type="http://schemas.openxmlformats.org/officeDocument/2006/relationships/tags" Target="../tags/tag153.xml"/><Relationship Id="rId4" Type="http://schemas.openxmlformats.org/officeDocument/2006/relationships/tags" Target="../tags/tag117.xml"/><Relationship Id="rId39" Type="http://schemas.openxmlformats.org/officeDocument/2006/relationships/tags" Target="../tags/tag152.xml"/><Relationship Id="rId38" Type="http://schemas.openxmlformats.org/officeDocument/2006/relationships/tags" Target="../tags/tag151.xml"/><Relationship Id="rId37" Type="http://schemas.openxmlformats.org/officeDocument/2006/relationships/tags" Target="../tags/tag150.xml"/><Relationship Id="rId36" Type="http://schemas.openxmlformats.org/officeDocument/2006/relationships/tags" Target="../tags/tag149.xml"/><Relationship Id="rId35" Type="http://schemas.openxmlformats.org/officeDocument/2006/relationships/tags" Target="../tags/tag148.xml"/><Relationship Id="rId34" Type="http://schemas.openxmlformats.org/officeDocument/2006/relationships/tags" Target="../tags/tag147.xml"/><Relationship Id="rId33" Type="http://schemas.openxmlformats.org/officeDocument/2006/relationships/tags" Target="../tags/tag146.xml"/><Relationship Id="rId32" Type="http://schemas.openxmlformats.org/officeDocument/2006/relationships/tags" Target="../tags/tag145.xml"/><Relationship Id="rId31" Type="http://schemas.openxmlformats.org/officeDocument/2006/relationships/tags" Target="../tags/tag144.xml"/><Relationship Id="rId30" Type="http://schemas.openxmlformats.org/officeDocument/2006/relationships/tags" Target="../tags/tag143.xml"/><Relationship Id="rId3" Type="http://schemas.openxmlformats.org/officeDocument/2006/relationships/tags" Target="../tags/tag116.xml"/><Relationship Id="rId29" Type="http://schemas.openxmlformats.org/officeDocument/2006/relationships/tags" Target="../tags/tag142.xml"/><Relationship Id="rId28" Type="http://schemas.openxmlformats.org/officeDocument/2006/relationships/tags" Target="../tags/tag141.xml"/><Relationship Id="rId27" Type="http://schemas.openxmlformats.org/officeDocument/2006/relationships/tags" Target="../tags/tag140.xml"/><Relationship Id="rId26" Type="http://schemas.openxmlformats.org/officeDocument/2006/relationships/tags" Target="../tags/tag139.xml"/><Relationship Id="rId25" Type="http://schemas.openxmlformats.org/officeDocument/2006/relationships/tags" Target="../tags/tag138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tags" Target="../tags/tag115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55809" y="1782128"/>
            <a:ext cx="4892516" cy="1614011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756000" y="1209600"/>
            <a:ext cx="3823200" cy="4131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56000" y="3564000"/>
            <a:ext cx="2160000" cy="378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35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0" name="任意多边形: 形状 19"/>
          <p:cNvSpPr/>
          <p:nvPr userDrawn="1">
            <p:custDataLst>
              <p:tags r:id="rId7"/>
            </p:custDataLst>
          </p:nvPr>
        </p:nvSpPr>
        <p:spPr>
          <a:xfrm>
            <a:off x="0" y="1385888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8"/>
            </p:custDataLst>
          </p:nvPr>
        </p:nvSpPr>
        <p:spPr>
          <a:xfrm>
            <a:off x="0" y="1570673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8" name="任意多边形: 形状 67"/>
          <p:cNvSpPr/>
          <p:nvPr userDrawn="1">
            <p:custDataLst>
              <p:tags r:id="rId9"/>
            </p:custDataLst>
          </p:nvPr>
        </p:nvSpPr>
        <p:spPr>
          <a:xfrm>
            <a:off x="0" y="1754981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10"/>
            </p:custDataLst>
          </p:nvPr>
        </p:nvSpPr>
        <p:spPr>
          <a:xfrm>
            <a:off x="0" y="1939766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1"/>
            </p:custDataLst>
          </p:nvPr>
        </p:nvSpPr>
        <p:spPr>
          <a:xfrm>
            <a:off x="0" y="2124551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12"/>
            </p:custDataLst>
          </p:nvPr>
        </p:nvSpPr>
        <p:spPr>
          <a:xfrm>
            <a:off x="0" y="2308860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3"/>
            </p:custDataLst>
          </p:nvPr>
        </p:nvSpPr>
        <p:spPr>
          <a:xfrm>
            <a:off x="0" y="2493645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4"/>
            </p:custDataLst>
          </p:nvPr>
        </p:nvSpPr>
        <p:spPr>
          <a:xfrm>
            <a:off x="0" y="2678430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15"/>
            </p:custDataLst>
          </p:nvPr>
        </p:nvSpPr>
        <p:spPr>
          <a:xfrm>
            <a:off x="0" y="2862739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16"/>
            </p:custDataLst>
          </p:nvPr>
        </p:nvSpPr>
        <p:spPr>
          <a:xfrm>
            <a:off x="0" y="3047524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17"/>
            </p:custDataLst>
          </p:nvPr>
        </p:nvSpPr>
        <p:spPr>
          <a:xfrm>
            <a:off x="0" y="3232309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18"/>
            </p:custDataLst>
          </p:nvPr>
        </p:nvSpPr>
        <p:spPr>
          <a:xfrm>
            <a:off x="0" y="3416618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19"/>
            </p:custDataLst>
          </p:nvPr>
        </p:nvSpPr>
        <p:spPr>
          <a:xfrm>
            <a:off x="0" y="3601403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20"/>
            </p:custDataLst>
          </p:nvPr>
        </p:nvSpPr>
        <p:spPr>
          <a:xfrm>
            <a:off x="0" y="3786188"/>
            <a:ext cx="310515" cy="190976"/>
          </a:xfrm>
          <a:custGeom>
            <a:avLst/>
            <a:gdLst>
              <a:gd name="connsiteX0" fmla="*/ 0 w 414337"/>
              <a:gd name="connsiteY0" fmla="*/ 254794 h 254794"/>
              <a:gd name="connsiteX1" fmla="*/ 414337 w 414337"/>
              <a:gd name="connsiteY1" fmla="*/ 0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4337" h="254794">
                <a:moveTo>
                  <a:pt x="0" y="254794"/>
                </a:moveTo>
                <a:lnTo>
                  <a:pt x="41433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" name="任意多边形: 形状 6"/>
          <p:cNvSpPr/>
          <p:nvPr userDrawn="1">
            <p:custDataLst>
              <p:tags r:id="rId21"/>
            </p:custDataLst>
          </p:nvPr>
        </p:nvSpPr>
        <p:spPr>
          <a:xfrm>
            <a:off x="6175328" y="464203"/>
            <a:ext cx="2968673" cy="3360028"/>
          </a:xfrm>
          <a:custGeom>
            <a:avLst/>
            <a:gdLst>
              <a:gd name="connsiteX0" fmla="*/ 3211739 w 3958230"/>
              <a:gd name="connsiteY0" fmla="*/ 0 h 4480037"/>
              <a:gd name="connsiteX1" fmla="*/ 3958230 w 3958230"/>
              <a:gd name="connsiteY1" fmla="*/ 465127 h 4480037"/>
              <a:gd name="connsiteX2" fmla="*/ 3958230 w 3958230"/>
              <a:gd name="connsiteY2" fmla="*/ 4480037 h 4480037"/>
              <a:gd name="connsiteX3" fmla="*/ 0 w 3958230"/>
              <a:gd name="connsiteY3" fmla="*/ 2015453 h 4480037"/>
              <a:gd name="connsiteX4" fmla="*/ 3211739 w 3958230"/>
              <a:gd name="connsiteY4" fmla="*/ 0 h 4480037"/>
              <a:gd name="connsiteX0-1" fmla="*/ 3211739 w 3965850"/>
              <a:gd name="connsiteY0-2" fmla="*/ 0 h 4480037"/>
              <a:gd name="connsiteX1-3" fmla="*/ 3958230 w 3965850"/>
              <a:gd name="connsiteY1-4" fmla="*/ 465127 h 4480037"/>
              <a:gd name="connsiteX2-5" fmla="*/ 3965850 w 3965850"/>
              <a:gd name="connsiteY2-6" fmla="*/ 3617783 h 4480037"/>
              <a:gd name="connsiteX3-7" fmla="*/ 3958230 w 3965850"/>
              <a:gd name="connsiteY3-8" fmla="*/ 4480037 h 4480037"/>
              <a:gd name="connsiteX4-9" fmla="*/ 0 w 3965850"/>
              <a:gd name="connsiteY4-10" fmla="*/ 2015453 h 4480037"/>
              <a:gd name="connsiteX5" fmla="*/ 3211739 w 3965850"/>
              <a:gd name="connsiteY5" fmla="*/ 0 h 4480037"/>
              <a:gd name="connsiteX0-11" fmla="*/ 3965850 w 4057290"/>
              <a:gd name="connsiteY0-12" fmla="*/ 3617783 h 4480037"/>
              <a:gd name="connsiteX1-13" fmla="*/ 3958230 w 4057290"/>
              <a:gd name="connsiteY1-14" fmla="*/ 4480037 h 4480037"/>
              <a:gd name="connsiteX2-15" fmla="*/ 0 w 4057290"/>
              <a:gd name="connsiteY2-16" fmla="*/ 2015453 h 4480037"/>
              <a:gd name="connsiteX3-17" fmla="*/ 3211739 w 4057290"/>
              <a:gd name="connsiteY3-18" fmla="*/ 0 h 4480037"/>
              <a:gd name="connsiteX4-19" fmla="*/ 3958230 w 4057290"/>
              <a:gd name="connsiteY4-20" fmla="*/ 465127 h 4480037"/>
              <a:gd name="connsiteX5-21" fmla="*/ 4057290 w 4057290"/>
              <a:gd name="connsiteY5-22" fmla="*/ 3709223 h 4480037"/>
              <a:gd name="connsiteX0-23" fmla="*/ 3965850 w 3965850"/>
              <a:gd name="connsiteY0-24" fmla="*/ 3617783 h 4480037"/>
              <a:gd name="connsiteX1-25" fmla="*/ 3958230 w 3965850"/>
              <a:gd name="connsiteY1-26" fmla="*/ 4480037 h 4480037"/>
              <a:gd name="connsiteX2-27" fmla="*/ 0 w 3965850"/>
              <a:gd name="connsiteY2-28" fmla="*/ 2015453 h 4480037"/>
              <a:gd name="connsiteX3-29" fmla="*/ 3211739 w 3965850"/>
              <a:gd name="connsiteY3-30" fmla="*/ 0 h 4480037"/>
              <a:gd name="connsiteX4-31" fmla="*/ 3958230 w 3965850"/>
              <a:gd name="connsiteY4-32" fmla="*/ 465127 h 4480037"/>
              <a:gd name="connsiteX0-33" fmla="*/ 3958230 w 3958230"/>
              <a:gd name="connsiteY0-34" fmla="*/ 4480037 h 4480037"/>
              <a:gd name="connsiteX1-35" fmla="*/ 0 w 3958230"/>
              <a:gd name="connsiteY1-36" fmla="*/ 2015453 h 4480037"/>
              <a:gd name="connsiteX2-37" fmla="*/ 3211739 w 3958230"/>
              <a:gd name="connsiteY2-38" fmla="*/ 0 h 4480037"/>
              <a:gd name="connsiteX3-39" fmla="*/ 3958230 w 3958230"/>
              <a:gd name="connsiteY3-40" fmla="*/ 465127 h 44800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8230" h="4480037">
                <a:moveTo>
                  <a:pt x="3958230" y="4480037"/>
                </a:moveTo>
                <a:lnTo>
                  <a:pt x="0" y="2015453"/>
                </a:lnTo>
                <a:lnTo>
                  <a:pt x="3211739" y="0"/>
                </a:lnTo>
                <a:lnTo>
                  <a:pt x="3958230" y="46512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0" name="任意多边形: 形状 9"/>
          <p:cNvSpPr/>
          <p:nvPr userDrawn="1">
            <p:custDataLst>
              <p:tags r:id="rId22"/>
            </p:custDataLst>
          </p:nvPr>
        </p:nvSpPr>
        <p:spPr>
          <a:xfrm>
            <a:off x="6171993" y="653750"/>
            <a:ext cx="2972007" cy="3362103"/>
          </a:xfrm>
          <a:custGeom>
            <a:avLst/>
            <a:gdLst>
              <a:gd name="connsiteX0" fmla="*/ 3211740 w 3962676"/>
              <a:gd name="connsiteY0" fmla="*/ 0 h 4482804"/>
              <a:gd name="connsiteX1" fmla="*/ 3962676 w 3962676"/>
              <a:gd name="connsiteY1" fmla="*/ 467896 h 4482804"/>
              <a:gd name="connsiteX2" fmla="*/ 3962676 w 3962676"/>
              <a:gd name="connsiteY2" fmla="*/ 4482804 h 4482804"/>
              <a:gd name="connsiteX3" fmla="*/ 0 w 3962676"/>
              <a:gd name="connsiteY3" fmla="*/ 2015453 h 4482804"/>
              <a:gd name="connsiteX4" fmla="*/ 3211740 w 3962676"/>
              <a:gd name="connsiteY4" fmla="*/ 0 h 4482804"/>
              <a:gd name="connsiteX0-1" fmla="*/ 3211740 w 3977916"/>
              <a:gd name="connsiteY0-2" fmla="*/ 0 h 4482804"/>
              <a:gd name="connsiteX1-3" fmla="*/ 3962676 w 3977916"/>
              <a:gd name="connsiteY1-4" fmla="*/ 467896 h 4482804"/>
              <a:gd name="connsiteX2-5" fmla="*/ 3977916 w 3977916"/>
              <a:gd name="connsiteY2-6" fmla="*/ 2740213 h 4482804"/>
              <a:gd name="connsiteX3-7" fmla="*/ 3962676 w 3977916"/>
              <a:gd name="connsiteY3-8" fmla="*/ 4482804 h 4482804"/>
              <a:gd name="connsiteX4-9" fmla="*/ 0 w 3977916"/>
              <a:gd name="connsiteY4-10" fmla="*/ 2015453 h 4482804"/>
              <a:gd name="connsiteX5" fmla="*/ 3211740 w 3977916"/>
              <a:gd name="connsiteY5" fmla="*/ 0 h 4482804"/>
              <a:gd name="connsiteX0-11" fmla="*/ 3977916 w 4069356"/>
              <a:gd name="connsiteY0-12" fmla="*/ 2740213 h 4482804"/>
              <a:gd name="connsiteX1-13" fmla="*/ 3962676 w 4069356"/>
              <a:gd name="connsiteY1-14" fmla="*/ 4482804 h 4482804"/>
              <a:gd name="connsiteX2-15" fmla="*/ 0 w 4069356"/>
              <a:gd name="connsiteY2-16" fmla="*/ 2015453 h 4482804"/>
              <a:gd name="connsiteX3-17" fmla="*/ 3211740 w 4069356"/>
              <a:gd name="connsiteY3-18" fmla="*/ 0 h 4482804"/>
              <a:gd name="connsiteX4-19" fmla="*/ 3962676 w 4069356"/>
              <a:gd name="connsiteY4-20" fmla="*/ 467896 h 4482804"/>
              <a:gd name="connsiteX5-21" fmla="*/ 4069356 w 4069356"/>
              <a:gd name="connsiteY5-22" fmla="*/ 2831653 h 4482804"/>
              <a:gd name="connsiteX0-23" fmla="*/ 3977916 w 3977916"/>
              <a:gd name="connsiteY0-24" fmla="*/ 2740213 h 4482804"/>
              <a:gd name="connsiteX1-25" fmla="*/ 3962676 w 3977916"/>
              <a:gd name="connsiteY1-26" fmla="*/ 4482804 h 4482804"/>
              <a:gd name="connsiteX2-27" fmla="*/ 0 w 3977916"/>
              <a:gd name="connsiteY2-28" fmla="*/ 2015453 h 4482804"/>
              <a:gd name="connsiteX3-29" fmla="*/ 3211740 w 3977916"/>
              <a:gd name="connsiteY3-30" fmla="*/ 0 h 4482804"/>
              <a:gd name="connsiteX4-31" fmla="*/ 3962676 w 3977916"/>
              <a:gd name="connsiteY4-32" fmla="*/ 467896 h 4482804"/>
              <a:gd name="connsiteX0-33" fmla="*/ 3962676 w 3962676"/>
              <a:gd name="connsiteY0-34" fmla="*/ 4482804 h 4482804"/>
              <a:gd name="connsiteX1-35" fmla="*/ 0 w 3962676"/>
              <a:gd name="connsiteY1-36" fmla="*/ 2015453 h 4482804"/>
              <a:gd name="connsiteX2-37" fmla="*/ 3211740 w 3962676"/>
              <a:gd name="connsiteY2-38" fmla="*/ 0 h 4482804"/>
              <a:gd name="connsiteX3-39" fmla="*/ 3962676 w 3962676"/>
              <a:gd name="connsiteY3-40" fmla="*/ 467896 h 44828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6" h="4482804">
                <a:moveTo>
                  <a:pt x="3962676" y="4482804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6" y="46789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4" name="任意多边形: 形状 13"/>
          <p:cNvSpPr/>
          <p:nvPr userDrawn="1">
            <p:custDataLst>
              <p:tags r:id="rId23"/>
            </p:custDataLst>
          </p:nvPr>
        </p:nvSpPr>
        <p:spPr>
          <a:xfrm>
            <a:off x="6175802" y="823770"/>
            <a:ext cx="2968196" cy="3359732"/>
          </a:xfrm>
          <a:custGeom>
            <a:avLst/>
            <a:gdLst>
              <a:gd name="connsiteX0" fmla="*/ 3211739 w 3957595"/>
              <a:gd name="connsiteY0" fmla="*/ 0 h 4479642"/>
              <a:gd name="connsiteX1" fmla="*/ 3957595 w 3957595"/>
              <a:gd name="connsiteY1" fmla="*/ 464732 h 4479642"/>
              <a:gd name="connsiteX2" fmla="*/ 3957595 w 3957595"/>
              <a:gd name="connsiteY2" fmla="*/ 4479642 h 4479642"/>
              <a:gd name="connsiteX3" fmla="*/ 0 w 3957595"/>
              <a:gd name="connsiteY3" fmla="*/ 2015454 h 4479642"/>
              <a:gd name="connsiteX4" fmla="*/ 3211739 w 3957595"/>
              <a:gd name="connsiteY4" fmla="*/ 0 h 4479642"/>
              <a:gd name="connsiteX0-1" fmla="*/ 3211739 w 3957597"/>
              <a:gd name="connsiteY0-2" fmla="*/ 0 h 4479642"/>
              <a:gd name="connsiteX1-3" fmla="*/ 3957595 w 3957597"/>
              <a:gd name="connsiteY1-4" fmla="*/ 464732 h 4479642"/>
              <a:gd name="connsiteX2-5" fmla="*/ 3957597 w 3957597"/>
              <a:gd name="connsiteY2-6" fmla="*/ 2841180 h 4479642"/>
              <a:gd name="connsiteX3-7" fmla="*/ 3957595 w 3957597"/>
              <a:gd name="connsiteY3-8" fmla="*/ 4479642 h 4479642"/>
              <a:gd name="connsiteX4-9" fmla="*/ 0 w 3957597"/>
              <a:gd name="connsiteY4-10" fmla="*/ 2015454 h 4479642"/>
              <a:gd name="connsiteX5" fmla="*/ 3211739 w 3957597"/>
              <a:gd name="connsiteY5" fmla="*/ 0 h 4479642"/>
              <a:gd name="connsiteX0-11" fmla="*/ 3957597 w 4049037"/>
              <a:gd name="connsiteY0-12" fmla="*/ 2841180 h 4479642"/>
              <a:gd name="connsiteX1-13" fmla="*/ 3957595 w 4049037"/>
              <a:gd name="connsiteY1-14" fmla="*/ 4479642 h 4479642"/>
              <a:gd name="connsiteX2-15" fmla="*/ 0 w 4049037"/>
              <a:gd name="connsiteY2-16" fmla="*/ 2015454 h 4479642"/>
              <a:gd name="connsiteX3-17" fmla="*/ 3211739 w 4049037"/>
              <a:gd name="connsiteY3-18" fmla="*/ 0 h 4479642"/>
              <a:gd name="connsiteX4-19" fmla="*/ 3957595 w 4049037"/>
              <a:gd name="connsiteY4-20" fmla="*/ 464732 h 4479642"/>
              <a:gd name="connsiteX5-21" fmla="*/ 4049037 w 4049037"/>
              <a:gd name="connsiteY5-22" fmla="*/ 2932620 h 4479642"/>
              <a:gd name="connsiteX0-23" fmla="*/ 3957597 w 3957597"/>
              <a:gd name="connsiteY0-24" fmla="*/ 2841180 h 4479642"/>
              <a:gd name="connsiteX1-25" fmla="*/ 3957595 w 3957597"/>
              <a:gd name="connsiteY1-26" fmla="*/ 4479642 h 4479642"/>
              <a:gd name="connsiteX2-27" fmla="*/ 0 w 3957597"/>
              <a:gd name="connsiteY2-28" fmla="*/ 2015454 h 4479642"/>
              <a:gd name="connsiteX3-29" fmla="*/ 3211739 w 3957597"/>
              <a:gd name="connsiteY3-30" fmla="*/ 0 h 4479642"/>
              <a:gd name="connsiteX4-31" fmla="*/ 3957595 w 3957597"/>
              <a:gd name="connsiteY4-32" fmla="*/ 464732 h 4479642"/>
              <a:gd name="connsiteX0-33" fmla="*/ 3957595 w 3957595"/>
              <a:gd name="connsiteY0-34" fmla="*/ 4479642 h 4479642"/>
              <a:gd name="connsiteX1-35" fmla="*/ 0 w 3957595"/>
              <a:gd name="connsiteY1-36" fmla="*/ 2015454 h 4479642"/>
              <a:gd name="connsiteX2-37" fmla="*/ 3211739 w 3957595"/>
              <a:gd name="connsiteY2-38" fmla="*/ 0 h 4479642"/>
              <a:gd name="connsiteX3-39" fmla="*/ 3957595 w 3957595"/>
              <a:gd name="connsiteY3-40" fmla="*/ 464732 h 44796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7595" h="4479642">
                <a:moveTo>
                  <a:pt x="3957595" y="4479642"/>
                </a:moveTo>
                <a:lnTo>
                  <a:pt x="0" y="2015454"/>
                </a:lnTo>
                <a:lnTo>
                  <a:pt x="3211739" y="0"/>
                </a:lnTo>
                <a:lnTo>
                  <a:pt x="3957595" y="4647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9" name="任意多边形: 形状 18"/>
          <p:cNvSpPr/>
          <p:nvPr userDrawn="1">
            <p:custDataLst>
              <p:tags r:id="rId24"/>
            </p:custDataLst>
          </p:nvPr>
        </p:nvSpPr>
        <p:spPr>
          <a:xfrm>
            <a:off x="6181994" y="1008557"/>
            <a:ext cx="2962006" cy="3355877"/>
          </a:xfrm>
          <a:custGeom>
            <a:avLst/>
            <a:gdLst>
              <a:gd name="connsiteX0" fmla="*/ 3211740 w 3949341"/>
              <a:gd name="connsiteY0" fmla="*/ 0 h 4474502"/>
              <a:gd name="connsiteX1" fmla="*/ 3949341 w 3949341"/>
              <a:gd name="connsiteY1" fmla="*/ 459588 h 4474502"/>
              <a:gd name="connsiteX2" fmla="*/ 3949341 w 3949341"/>
              <a:gd name="connsiteY2" fmla="*/ 4474502 h 4474502"/>
              <a:gd name="connsiteX3" fmla="*/ 0 w 3949341"/>
              <a:gd name="connsiteY3" fmla="*/ 2015454 h 4474502"/>
              <a:gd name="connsiteX4" fmla="*/ 3211740 w 3949341"/>
              <a:gd name="connsiteY4" fmla="*/ 0 h 4474502"/>
              <a:gd name="connsiteX0-1" fmla="*/ 3211740 w 3949341"/>
              <a:gd name="connsiteY0-2" fmla="*/ 0 h 4474502"/>
              <a:gd name="connsiteX1-3" fmla="*/ 3949341 w 3949341"/>
              <a:gd name="connsiteY1-4" fmla="*/ 459588 h 4474502"/>
              <a:gd name="connsiteX2-5" fmla="*/ 3941721 w 3949341"/>
              <a:gd name="connsiteY2-6" fmla="*/ 2678618 h 4474502"/>
              <a:gd name="connsiteX3-7" fmla="*/ 3949341 w 3949341"/>
              <a:gd name="connsiteY3-8" fmla="*/ 4474502 h 4474502"/>
              <a:gd name="connsiteX4-9" fmla="*/ 0 w 3949341"/>
              <a:gd name="connsiteY4-10" fmla="*/ 2015454 h 4474502"/>
              <a:gd name="connsiteX5" fmla="*/ 3211740 w 3949341"/>
              <a:gd name="connsiteY5" fmla="*/ 0 h 4474502"/>
              <a:gd name="connsiteX0-11" fmla="*/ 3941721 w 4033161"/>
              <a:gd name="connsiteY0-12" fmla="*/ 2678618 h 4474502"/>
              <a:gd name="connsiteX1-13" fmla="*/ 3949341 w 4033161"/>
              <a:gd name="connsiteY1-14" fmla="*/ 4474502 h 4474502"/>
              <a:gd name="connsiteX2-15" fmla="*/ 0 w 4033161"/>
              <a:gd name="connsiteY2-16" fmla="*/ 2015454 h 4474502"/>
              <a:gd name="connsiteX3-17" fmla="*/ 3211740 w 4033161"/>
              <a:gd name="connsiteY3-18" fmla="*/ 0 h 4474502"/>
              <a:gd name="connsiteX4-19" fmla="*/ 3949341 w 4033161"/>
              <a:gd name="connsiteY4-20" fmla="*/ 459588 h 4474502"/>
              <a:gd name="connsiteX5-21" fmla="*/ 4033161 w 4033161"/>
              <a:gd name="connsiteY5-22" fmla="*/ 2770058 h 4474502"/>
              <a:gd name="connsiteX0-23" fmla="*/ 3941721 w 3949341"/>
              <a:gd name="connsiteY0-24" fmla="*/ 2678618 h 4474502"/>
              <a:gd name="connsiteX1-25" fmla="*/ 3949341 w 3949341"/>
              <a:gd name="connsiteY1-26" fmla="*/ 4474502 h 4474502"/>
              <a:gd name="connsiteX2-27" fmla="*/ 0 w 3949341"/>
              <a:gd name="connsiteY2-28" fmla="*/ 2015454 h 4474502"/>
              <a:gd name="connsiteX3-29" fmla="*/ 3211740 w 3949341"/>
              <a:gd name="connsiteY3-30" fmla="*/ 0 h 4474502"/>
              <a:gd name="connsiteX4-31" fmla="*/ 3949341 w 3949341"/>
              <a:gd name="connsiteY4-32" fmla="*/ 459588 h 4474502"/>
              <a:gd name="connsiteX0-33" fmla="*/ 3949341 w 3949341"/>
              <a:gd name="connsiteY0-34" fmla="*/ 4474502 h 4474502"/>
              <a:gd name="connsiteX1-35" fmla="*/ 0 w 3949341"/>
              <a:gd name="connsiteY1-36" fmla="*/ 2015454 h 4474502"/>
              <a:gd name="connsiteX2-37" fmla="*/ 3211740 w 3949341"/>
              <a:gd name="connsiteY2-38" fmla="*/ 0 h 4474502"/>
              <a:gd name="connsiteX3-39" fmla="*/ 3949341 w 3949341"/>
              <a:gd name="connsiteY3-40" fmla="*/ 459588 h 44745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49341" h="4474502">
                <a:moveTo>
                  <a:pt x="3949341" y="4474502"/>
                </a:moveTo>
                <a:lnTo>
                  <a:pt x="0" y="2015454"/>
                </a:lnTo>
                <a:lnTo>
                  <a:pt x="3211740" y="0"/>
                </a:lnTo>
                <a:lnTo>
                  <a:pt x="3949341" y="45958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3" name="任意多边形: 形状 22"/>
          <p:cNvSpPr/>
          <p:nvPr userDrawn="1">
            <p:custDataLst>
              <p:tags r:id="rId25"/>
            </p:custDataLst>
          </p:nvPr>
        </p:nvSpPr>
        <p:spPr>
          <a:xfrm>
            <a:off x="6171993" y="1193341"/>
            <a:ext cx="2972007" cy="3362104"/>
          </a:xfrm>
          <a:custGeom>
            <a:avLst/>
            <a:gdLst>
              <a:gd name="connsiteX0" fmla="*/ 3211739 w 3962676"/>
              <a:gd name="connsiteY0" fmla="*/ 0 h 4482805"/>
              <a:gd name="connsiteX1" fmla="*/ 3962676 w 3962676"/>
              <a:gd name="connsiteY1" fmla="*/ 467897 h 4482805"/>
              <a:gd name="connsiteX2" fmla="*/ 3962676 w 3962676"/>
              <a:gd name="connsiteY2" fmla="*/ 4482805 h 4482805"/>
              <a:gd name="connsiteX3" fmla="*/ 0 w 3962676"/>
              <a:gd name="connsiteY3" fmla="*/ 2015454 h 4482805"/>
              <a:gd name="connsiteX4" fmla="*/ 3211739 w 3962676"/>
              <a:gd name="connsiteY4" fmla="*/ 0 h 4482805"/>
              <a:gd name="connsiteX0-1" fmla="*/ 3211739 w 3962676"/>
              <a:gd name="connsiteY0-2" fmla="*/ 0 h 4482805"/>
              <a:gd name="connsiteX1-3" fmla="*/ 3962676 w 3962676"/>
              <a:gd name="connsiteY1-4" fmla="*/ 467897 h 4482805"/>
              <a:gd name="connsiteX2-5" fmla="*/ 3955056 w 3962676"/>
              <a:gd name="connsiteY2-6" fmla="*/ 2698939 h 4482805"/>
              <a:gd name="connsiteX3-7" fmla="*/ 3962676 w 3962676"/>
              <a:gd name="connsiteY3-8" fmla="*/ 4482805 h 4482805"/>
              <a:gd name="connsiteX4-9" fmla="*/ 0 w 3962676"/>
              <a:gd name="connsiteY4-10" fmla="*/ 2015454 h 4482805"/>
              <a:gd name="connsiteX5" fmla="*/ 3211739 w 3962676"/>
              <a:gd name="connsiteY5" fmla="*/ 0 h 4482805"/>
              <a:gd name="connsiteX0-11" fmla="*/ 3955056 w 4046496"/>
              <a:gd name="connsiteY0-12" fmla="*/ 2698939 h 4482805"/>
              <a:gd name="connsiteX1-13" fmla="*/ 3962676 w 4046496"/>
              <a:gd name="connsiteY1-14" fmla="*/ 4482805 h 4482805"/>
              <a:gd name="connsiteX2-15" fmla="*/ 0 w 4046496"/>
              <a:gd name="connsiteY2-16" fmla="*/ 2015454 h 4482805"/>
              <a:gd name="connsiteX3-17" fmla="*/ 3211739 w 4046496"/>
              <a:gd name="connsiteY3-18" fmla="*/ 0 h 4482805"/>
              <a:gd name="connsiteX4-19" fmla="*/ 3962676 w 4046496"/>
              <a:gd name="connsiteY4-20" fmla="*/ 467897 h 4482805"/>
              <a:gd name="connsiteX5-21" fmla="*/ 4046496 w 4046496"/>
              <a:gd name="connsiteY5-22" fmla="*/ 2790379 h 4482805"/>
              <a:gd name="connsiteX0-23" fmla="*/ 3955056 w 3962676"/>
              <a:gd name="connsiteY0-24" fmla="*/ 2698939 h 4482805"/>
              <a:gd name="connsiteX1-25" fmla="*/ 3962676 w 3962676"/>
              <a:gd name="connsiteY1-26" fmla="*/ 4482805 h 4482805"/>
              <a:gd name="connsiteX2-27" fmla="*/ 0 w 3962676"/>
              <a:gd name="connsiteY2-28" fmla="*/ 2015454 h 4482805"/>
              <a:gd name="connsiteX3-29" fmla="*/ 3211739 w 3962676"/>
              <a:gd name="connsiteY3-30" fmla="*/ 0 h 4482805"/>
              <a:gd name="connsiteX4-31" fmla="*/ 3962676 w 3962676"/>
              <a:gd name="connsiteY4-32" fmla="*/ 467897 h 4482805"/>
              <a:gd name="connsiteX0-33" fmla="*/ 3962676 w 3962676"/>
              <a:gd name="connsiteY0-34" fmla="*/ 4482805 h 4482805"/>
              <a:gd name="connsiteX1-35" fmla="*/ 0 w 3962676"/>
              <a:gd name="connsiteY1-36" fmla="*/ 2015454 h 4482805"/>
              <a:gd name="connsiteX2-37" fmla="*/ 3211739 w 3962676"/>
              <a:gd name="connsiteY2-38" fmla="*/ 0 h 4482805"/>
              <a:gd name="connsiteX3-39" fmla="*/ 3962676 w 3962676"/>
              <a:gd name="connsiteY3-40" fmla="*/ 467897 h 44828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6" h="4482805">
                <a:moveTo>
                  <a:pt x="3962676" y="4482805"/>
                </a:moveTo>
                <a:lnTo>
                  <a:pt x="0" y="2015454"/>
                </a:lnTo>
                <a:lnTo>
                  <a:pt x="3211739" y="0"/>
                </a:lnTo>
                <a:lnTo>
                  <a:pt x="3962676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8" name="任意多边形: 形状 27"/>
          <p:cNvSpPr/>
          <p:nvPr userDrawn="1">
            <p:custDataLst>
              <p:tags r:id="rId26"/>
            </p:custDataLst>
          </p:nvPr>
        </p:nvSpPr>
        <p:spPr>
          <a:xfrm>
            <a:off x="6172469" y="1377173"/>
            <a:ext cx="2971530" cy="3361807"/>
          </a:xfrm>
          <a:custGeom>
            <a:avLst/>
            <a:gdLst>
              <a:gd name="connsiteX0" fmla="*/ 3211739 w 3962040"/>
              <a:gd name="connsiteY0" fmla="*/ 0 h 4482409"/>
              <a:gd name="connsiteX1" fmla="*/ 3962040 w 3962040"/>
              <a:gd name="connsiteY1" fmla="*/ 467502 h 4482409"/>
              <a:gd name="connsiteX2" fmla="*/ 3962040 w 3962040"/>
              <a:gd name="connsiteY2" fmla="*/ 4482409 h 4482409"/>
              <a:gd name="connsiteX3" fmla="*/ 0 w 3962040"/>
              <a:gd name="connsiteY3" fmla="*/ 2015453 h 4482409"/>
              <a:gd name="connsiteX4" fmla="*/ 3211739 w 3962040"/>
              <a:gd name="connsiteY4" fmla="*/ 0 h 4482409"/>
              <a:gd name="connsiteX0-1" fmla="*/ 3211739 w 3962040"/>
              <a:gd name="connsiteY0-2" fmla="*/ 0 h 4482409"/>
              <a:gd name="connsiteX1-3" fmla="*/ 3962040 w 3962040"/>
              <a:gd name="connsiteY1-4" fmla="*/ 467502 h 4482409"/>
              <a:gd name="connsiteX2-5" fmla="*/ 3954422 w 3962040"/>
              <a:gd name="connsiteY2-6" fmla="*/ 2659569 h 4482409"/>
              <a:gd name="connsiteX3-7" fmla="*/ 3962040 w 3962040"/>
              <a:gd name="connsiteY3-8" fmla="*/ 4482409 h 4482409"/>
              <a:gd name="connsiteX4-9" fmla="*/ 0 w 3962040"/>
              <a:gd name="connsiteY4-10" fmla="*/ 2015453 h 4482409"/>
              <a:gd name="connsiteX5" fmla="*/ 3211739 w 3962040"/>
              <a:gd name="connsiteY5" fmla="*/ 0 h 4482409"/>
              <a:gd name="connsiteX0-11" fmla="*/ 3954422 w 4045862"/>
              <a:gd name="connsiteY0-12" fmla="*/ 2659569 h 4482409"/>
              <a:gd name="connsiteX1-13" fmla="*/ 3962040 w 4045862"/>
              <a:gd name="connsiteY1-14" fmla="*/ 4482409 h 4482409"/>
              <a:gd name="connsiteX2-15" fmla="*/ 0 w 4045862"/>
              <a:gd name="connsiteY2-16" fmla="*/ 2015453 h 4482409"/>
              <a:gd name="connsiteX3-17" fmla="*/ 3211739 w 4045862"/>
              <a:gd name="connsiteY3-18" fmla="*/ 0 h 4482409"/>
              <a:gd name="connsiteX4-19" fmla="*/ 3962040 w 4045862"/>
              <a:gd name="connsiteY4-20" fmla="*/ 467502 h 4482409"/>
              <a:gd name="connsiteX5-21" fmla="*/ 4045862 w 4045862"/>
              <a:gd name="connsiteY5-22" fmla="*/ 2751009 h 4482409"/>
              <a:gd name="connsiteX0-23" fmla="*/ 3954422 w 3962040"/>
              <a:gd name="connsiteY0-24" fmla="*/ 2659569 h 4482409"/>
              <a:gd name="connsiteX1-25" fmla="*/ 3962040 w 3962040"/>
              <a:gd name="connsiteY1-26" fmla="*/ 4482409 h 4482409"/>
              <a:gd name="connsiteX2-27" fmla="*/ 0 w 3962040"/>
              <a:gd name="connsiteY2-28" fmla="*/ 2015453 h 4482409"/>
              <a:gd name="connsiteX3-29" fmla="*/ 3211739 w 3962040"/>
              <a:gd name="connsiteY3-30" fmla="*/ 0 h 4482409"/>
              <a:gd name="connsiteX4-31" fmla="*/ 3962040 w 3962040"/>
              <a:gd name="connsiteY4-32" fmla="*/ 467502 h 4482409"/>
              <a:gd name="connsiteX0-33" fmla="*/ 3962040 w 3962040"/>
              <a:gd name="connsiteY0-34" fmla="*/ 4482409 h 4482409"/>
              <a:gd name="connsiteX1-35" fmla="*/ 0 w 3962040"/>
              <a:gd name="connsiteY1-36" fmla="*/ 2015453 h 4482409"/>
              <a:gd name="connsiteX2-37" fmla="*/ 3211739 w 3962040"/>
              <a:gd name="connsiteY2-38" fmla="*/ 0 h 4482409"/>
              <a:gd name="connsiteX3-39" fmla="*/ 3962040 w 3962040"/>
              <a:gd name="connsiteY3-40" fmla="*/ 467502 h 4482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040" h="4482409">
                <a:moveTo>
                  <a:pt x="3962040" y="4482409"/>
                </a:moveTo>
                <a:lnTo>
                  <a:pt x="0" y="2015453"/>
                </a:lnTo>
                <a:lnTo>
                  <a:pt x="3211739" y="0"/>
                </a:lnTo>
                <a:lnTo>
                  <a:pt x="3962040" y="46750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2" name="任意多边形: 形状 31"/>
          <p:cNvSpPr/>
          <p:nvPr userDrawn="1">
            <p:custDataLst>
              <p:tags r:id="rId27"/>
            </p:custDataLst>
          </p:nvPr>
        </p:nvSpPr>
        <p:spPr>
          <a:xfrm>
            <a:off x="6171994" y="1555768"/>
            <a:ext cx="2972006" cy="3362103"/>
          </a:xfrm>
          <a:custGeom>
            <a:avLst/>
            <a:gdLst>
              <a:gd name="connsiteX0" fmla="*/ 3211739 w 3962675"/>
              <a:gd name="connsiteY0" fmla="*/ 0 h 4482804"/>
              <a:gd name="connsiteX1" fmla="*/ 3962675 w 3962675"/>
              <a:gd name="connsiteY1" fmla="*/ 467897 h 4482804"/>
              <a:gd name="connsiteX2" fmla="*/ 3962675 w 3962675"/>
              <a:gd name="connsiteY2" fmla="*/ 4482804 h 4482804"/>
              <a:gd name="connsiteX3" fmla="*/ 0 w 3962675"/>
              <a:gd name="connsiteY3" fmla="*/ 2015453 h 4482804"/>
              <a:gd name="connsiteX4" fmla="*/ 3211739 w 3962675"/>
              <a:gd name="connsiteY4" fmla="*/ 0 h 4482804"/>
              <a:gd name="connsiteX0-1" fmla="*/ 3211739 w 3962675"/>
              <a:gd name="connsiteY0-2" fmla="*/ 0 h 4482804"/>
              <a:gd name="connsiteX1-3" fmla="*/ 3962675 w 3962675"/>
              <a:gd name="connsiteY1-4" fmla="*/ 467897 h 4482804"/>
              <a:gd name="connsiteX2-5" fmla="*/ 3962675 w 3962675"/>
              <a:gd name="connsiteY2-6" fmla="*/ 2657663 h 4482804"/>
              <a:gd name="connsiteX3-7" fmla="*/ 3962675 w 3962675"/>
              <a:gd name="connsiteY3-8" fmla="*/ 4482804 h 4482804"/>
              <a:gd name="connsiteX4-9" fmla="*/ 0 w 3962675"/>
              <a:gd name="connsiteY4-10" fmla="*/ 2015453 h 4482804"/>
              <a:gd name="connsiteX5" fmla="*/ 3211739 w 3962675"/>
              <a:gd name="connsiteY5" fmla="*/ 0 h 4482804"/>
              <a:gd name="connsiteX0-11" fmla="*/ 3962675 w 4054115"/>
              <a:gd name="connsiteY0-12" fmla="*/ 2657663 h 4482804"/>
              <a:gd name="connsiteX1-13" fmla="*/ 3962675 w 4054115"/>
              <a:gd name="connsiteY1-14" fmla="*/ 4482804 h 4482804"/>
              <a:gd name="connsiteX2-15" fmla="*/ 0 w 4054115"/>
              <a:gd name="connsiteY2-16" fmla="*/ 2015453 h 4482804"/>
              <a:gd name="connsiteX3-17" fmla="*/ 3211739 w 4054115"/>
              <a:gd name="connsiteY3-18" fmla="*/ 0 h 4482804"/>
              <a:gd name="connsiteX4-19" fmla="*/ 3962675 w 4054115"/>
              <a:gd name="connsiteY4-20" fmla="*/ 467897 h 4482804"/>
              <a:gd name="connsiteX5-21" fmla="*/ 4054115 w 4054115"/>
              <a:gd name="connsiteY5-22" fmla="*/ 2749103 h 4482804"/>
              <a:gd name="connsiteX0-23" fmla="*/ 3962675 w 3962675"/>
              <a:gd name="connsiteY0-24" fmla="*/ 2657663 h 4482804"/>
              <a:gd name="connsiteX1-25" fmla="*/ 3962675 w 3962675"/>
              <a:gd name="connsiteY1-26" fmla="*/ 4482804 h 4482804"/>
              <a:gd name="connsiteX2-27" fmla="*/ 0 w 3962675"/>
              <a:gd name="connsiteY2-28" fmla="*/ 2015453 h 4482804"/>
              <a:gd name="connsiteX3-29" fmla="*/ 3211739 w 3962675"/>
              <a:gd name="connsiteY3-30" fmla="*/ 0 h 4482804"/>
              <a:gd name="connsiteX4-31" fmla="*/ 3962675 w 3962675"/>
              <a:gd name="connsiteY4-32" fmla="*/ 467897 h 4482804"/>
              <a:gd name="connsiteX0-33" fmla="*/ 3962675 w 3962675"/>
              <a:gd name="connsiteY0-34" fmla="*/ 4482804 h 4482804"/>
              <a:gd name="connsiteX1-35" fmla="*/ 0 w 3962675"/>
              <a:gd name="connsiteY1-36" fmla="*/ 2015453 h 4482804"/>
              <a:gd name="connsiteX2-37" fmla="*/ 3211739 w 3962675"/>
              <a:gd name="connsiteY2-38" fmla="*/ 0 h 4482804"/>
              <a:gd name="connsiteX3-39" fmla="*/ 3962675 w 3962675"/>
              <a:gd name="connsiteY3-40" fmla="*/ 467897 h 44828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5" h="4482804">
                <a:moveTo>
                  <a:pt x="3962675" y="4482804"/>
                </a:moveTo>
                <a:lnTo>
                  <a:pt x="0" y="2015453"/>
                </a:lnTo>
                <a:lnTo>
                  <a:pt x="3211739" y="0"/>
                </a:lnTo>
                <a:lnTo>
                  <a:pt x="3962675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7" name="任意多边形: 形状 36"/>
          <p:cNvSpPr/>
          <p:nvPr userDrawn="1">
            <p:custDataLst>
              <p:tags r:id="rId28"/>
            </p:custDataLst>
          </p:nvPr>
        </p:nvSpPr>
        <p:spPr>
          <a:xfrm>
            <a:off x="6171993" y="1734838"/>
            <a:ext cx="2972007" cy="3362103"/>
          </a:xfrm>
          <a:custGeom>
            <a:avLst/>
            <a:gdLst>
              <a:gd name="connsiteX0" fmla="*/ 3211740 w 3962676"/>
              <a:gd name="connsiteY0" fmla="*/ 0 h 4482804"/>
              <a:gd name="connsiteX1" fmla="*/ 3962676 w 3962676"/>
              <a:gd name="connsiteY1" fmla="*/ 467896 h 4482804"/>
              <a:gd name="connsiteX2" fmla="*/ 3962676 w 3962676"/>
              <a:gd name="connsiteY2" fmla="*/ 4482804 h 4482804"/>
              <a:gd name="connsiteX3" fmla="*/ 0 w 3962676"/>
              <a:gd name="connsiteY3" fmla="*/ 2015453 h 4482804"/>
              <a:gd name="connsiteX4" fmla="*/ 3211740 w 3962676"/>
              <a:gd name="connsiteY4" fmla="*/ 0 h 4482804"/>
              <a:gd name="connsiteX0-1" fmla="*/ 3211740 w 3962676"/>
              <a:gd name="connsiteY0-2" fmla="*/ 0 h 4482804"/>
              <a:gd name="connsiteX1-3" fmla="*/ 3962676 w 3962676"/>
              <a:gd name="connsiteY1-4" fmla="*/ 467896 h 4482804"/>
              <a:gd name="connsiteX2-5" fmla="*/ 3962676 w 3962676"/>
              <a:gd name="connsiteY2-6" fmla="*/ 3119943 h 4482804"/>
              <a:gd name="connsiteX3-7" fmla="*/ 3962676 w 3962676"/>
              <a:gd name="connsiteY3-8" fmla="*/ 4482804 h 4482804"/>
              <a:gd name="connsiteX4-9" fmla="*/ 0 w 3962676"/>
              <a:gd name="connsiteY4-10" fmla="*/ 2015453 h 4482804"/>
              <a:gd name="connsiteX5" fmla="*/ 3211740 w 3962676"/>
              <a:gd name="connsiteY5" fmla="*/ 0 h 4482804"/>
              <a:gd name="connsiteX0-11" fmla="*/ 3962676 w 4054116"/>
              <a:gd name="connsiteY0-12" fmla="*/ 3119943 h 4482804"/>
              <a:gd name="connsiteX1-13" fmla="*/ 3962676 w 4054116"/>
              <a:gd name="connsiteY1-14" fmla="*/ 4482804 h 4482804"/>
              <a:gd name="connsiteX2-15" fmla="*/ 0 w 4054116"/>
              <a:gd name="connsiteY2-16" fmla="*/ 2015453 h 4482804"/>
              <a:gd name="connsiteX3-17" fmla="*/ 3211740 w 4054116"/>
              <a:gd name="connsiteY3-18" fmla="*/ 0 h 4482804"/>
              <a:gd name="connsiteX4-19" fmla="*/ 3962676 w 4054116"/>
              <a:gd name="connsiteY4-20" fmla="*/ 467896 h 4482804"/>
              <a:gd name="connsiteX5-21" fmla="*/ 4054116 w 4054116"/>
              <a:gd name="connsiteY5-22" fmla="*/ 3211383 h 4482804"/>
              <a:gd name="connsiteX0-23" fmla="*/ 3962676 w 3962676"/>
              <a:gd name="connsiteY0-24" fmla="*/ 3119943 h 4482804"/>
              <a:gd name="connsiteX1-25" fmla="*/ 3962676 w 3962676"/>
              <a:gd name="connsiteY1-26" fmla="*/ 4482804 h 4482804"/>
              <a:gd name="connsiteX2-27" fmla="*/ 0 w 3962676"/>
              <a:gd name="connsiteY2-28" fmla="*/ 2015453 h 4482804"/>
              <a:gd name="connsiteX3-29" fmla="*/ 3211740 w 3962676"/>
              <a:gd name="connsiteY3-30" fmla="*/ 0 h 4482804"/>
              <a:gd name="connsiteX4-31" fmla="*/ 3962676 w 3962676"/>
              <a:gd name="connsiteY4-32" fmla="*/ 467896 h 4482804"/>
              <a:gd name="connsiteX0-33" fmla="*/ 3962676 w 3962676"/>
              <a:gd name="connsiteY0-34" fmla="*/ 4482804 h 4482804"/>
              <a:gd name="connsiteX1-35" fmla="*/ 0 w 3962676"/>
              <a:gd name="connsiteY1-36" fmla="*/ 2015453 h 4482804"/>
              <a:gd name="connsiteX2-37" fmla="*/ 3211740 w 3962676"/>
              <a:gd name="connsiteY2-38" fmla="*/ 0 h 4482804"/>
              <a:gd name="connsiteX3-39" fmla="*/ 3962676 w 3962676"/>
              <a:gd name="connsiteY3-40" fmla="*/ 467896 h 44828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6" h="4482804">
                <a:moveTo>
                  <a:pt x="3962676" y="4482804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6" y="46789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1" name="任意多边形: 形状 40"/>
          <p:cNvSpPr/>
          <p:nvPr userDrawn="1">
            <p:custDataLst>
              <p:tags r:id="rId29"/>
            </p:custDataLst>
          </p:nvPr>
        </p:nvSpPr>
        <p:spPr>
          <a:xfrm>
            <a:off x="6171994" y="2451594"/>
            <a:ext cx="2972006" cy="2689360"/>
          </a:xfrm>
          <a:custGeom>
            <a:avLst/>
            <a:gdLst>
              <a:gd name="connsiteX0" fmla="*/ 3211740 w 3962675"/>
              <a:gd name="connsiteY0" fmla="*/ 0 h 3585813"/>
              <a:gd name="connsiteX1" fmla="*/ 3962675 w 3962675"/>
              <a:gd name="connsiteY1" fmla="*/ 467897 h 3585813"/>
              <a:gd name="connsiteX2" fmla="*/ 3962675 w 3962675"/>
              <a:gd name="connsiteY2" fmla="*/ 3585812 h 3585813"/>
              <a:gd name="connsiteX3" fmla="*/ 2522068 w 3962675"/>
              <a:gd name="connsiteY3" fmla="*/ 3585813 h 3585813"/>
              <a:gd name="connsiteX4" fmla="*/ 0 w 3962675"/>
              <a:gd name="connsiteY4" fmla="*/ 2015453 h 3585813"/>
              <a:gd name="connsiteX5" fmla="*/ 3211740 w 3962675"/>
              <a:gd name="connsiteY5" fmla="*/ 0 h 3585813"/>
              <a:gd name="connsiteX0-1" fmla="*/ 3962675 w 4054115"/>
              <a:gd name="connsiteY0-2" fmla="*/ 3585812 h 3677252"/>
              <a:gd name="connsiteX1-3" fmla="*/ 2522068 w 4054115"/>
              <a:gd name="connsiteY1-4" fmla="*/ 3585813 h 3677252"/>
              <a:gd name="connsiteX2-5" fmla="*/ 0 w 4054115"/>
              <a:gd name="connsiteY2-6" fmla="*/ 2015453 h 3677252"/>
              <a:gd name="connsiteX3-7" fmla="*/ 3211740 w 4054115"/>
              <a:gd name="connsiteY3-8" fmla="*/ 0 h 3677252"/>
              <a:gd name="connsiteX4-9" fmla="*/ 3962675 w 4054115"/>
              <a:gd name="connsiteY4-10" fmla="*/ 467897 h 3677252"/>
              <a:gd name="connsiteX5-11" fmla="*/ 4054115 w 4054115"/>
              <a:gd name="connsiteY5-12" fmla="*/ 3677252 h 3677252"/>
              <a:gd name="connsiteX0-13" fmla="*/ 3962675 w 3962675"/>
              <a:gd name="connsiteY0-14" fmla="*/ 3585812 h 3585813"/>
              <a:gd name="connsiteX1-15" fmla="*/ 2522068 w 3962675"/>
              <a:gd name="connsiteY1-16" fmla="*/ 3585813 h 3585813"/>
              <a:gd name="connsiteX2-17" fmla="*/ 0 w 3962675"/>
              <a:gd name="connsiteY2-18" fmla="*/ 2015453 h 3585813"/>
              <a:gd name="connsiteX3-19" fmla="*/ 3211740 w 3962675"/>
              <a:gd name="connsiteY3-20" fmla="*/ 0 h 3585813"/>
              <a:gd name="connsiteX4-21" fmla="*/ 3962675 w 3962675"/>
              <a:gd name="connsiteY4-22" fmla="*/ 467897 h 3585813"/>
              <a:gd name="connsiteX0-23" fmla="*/ 2522068 w 3962675"/>
              <a:gd name="connsiteY0-24" fmla="*/ 3585813 h 3585813"/>
              <a:gd name="connsiteX1-25" fmla="*/ 0 w 3962675"/>
              <a:gd name="connsiteY1-26" fmla="*/ 2015453 h 3585813"/>
              <a:gd name="connsiteX2-27" fmla="*/ 3211740 w 3962675"/>
              <a:gd name="connsiteY2-28" fmla="*/ 0 h 3585813"/>
              <a:gd name="connsiteX3-29" fmla="*/ 3962675 w 3962675"/>
              <a:gd name="connsiteY3-30" fmla="*/ 467897 h 35858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5" h="3585813">
                <a:moveTo>
                  <a:pt x="2522068" y="3585813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5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4" name="任意多边形: 形状 43"/>
          <p:cNvSpPr/>
          <p:nvPr userDrawn="1">
            <p:custDataLst>
              <p:tags r:id="rId30"/>
            </p:custDataLst>
          </p:nvPr>
        </p:nvSpPr>
        <p:spPr>
          <a:xfrm>
            <a:off x="6171993" y="2272047"/>
            <a:ext cx="2972006" cy="2868906"/>
          </a:xfrm>
          <a:custGeom>
            <a:avLst/>
            <a:gdLst>
              <a:gd name="connsiteX0" fmla="*/ 3211740 w 3962675"/>
              <a:gd name="connsiteY0" fmla="*/ 0 h 3825208"/>
              <a:gd name="connsiteX1" fmla="*/ 3962675 w 3962675"/>
              <a:gd name="connsiteY1" fmla="*/ 467897 h 3825208"/>
              <a:gd name="connsiteX2" fmla="*/ 3962675 w 3962675"/>
              <a:gd name="connsiteY2" fmla="*/ 3825208 h 3825208"/>
              <a:gd name="connsiteX3" fmla="*/ 2906546 w 3962675"/>
              <a:gd name="connsiteY3" fmla="*/ 3825208 h 3825208"/>
              <a:gd name="connsiteX4" fmla="*/ 0 w 3962675"/>
              <a:gd name="connsiteY4" fmla="*/ 2015453 h 3825208"/>
              <a:gd name="connsiteX5" fmla="*/ 3211740 w 3962675"/>
              <a:gd name="connsiteY5" fmla="*/ 0 h 3825208"/>
              <a:gd name="connsiteX0-1" fmla="*/ 3962675 w 4054115"/>
              <a:gd name="connsiteY0-2" fmla="*/ 3825208 h 3916648"/>
              <a:gd name="connsiteX1-3" fmla="*/ 2906546 w 4054115"/>
              <a:gd name="connsiteY1-4" fmla="*/ 3825208 h 3916648"/>
              <a:gd name="connsiteX2-5" fmla="*/ 0 w 4054115"/>
              <a:gd name="connsiteY2-6" fmla="*/ 2015453 h 3916648"/>
              <a:gd name="connsiteX3-7" fmla="*/ 3211740 w 4054115"/>
              <a:gd name="connsiteY3-8" fmla="*/ 0 h 3916648"/>
              <a:gd name="connsiteX4-9" fmla="*/ 3962675 w 4054115"/>
              <a:gd name="connsiteY4-10" fmla="*/ 467897 h 3916648"/>
              <a:gd name="connsiteX5-11" fmla="*/ 4054115 w 4054115"/>
              <a:gd name="connsiteY5-12" fmla="*/ 3916648 h 3916648"/>
              <a:gd name="connsiteX0-13" fmla="*/ 3962675 w 3962675"/>
              <a:gd name="connsiteY0-14" fmla="*/ 3825208 h 3825208"/>
              <a:gd name="connsiteX1-15" fmla="*/ 2906546 w 3962675"/>
              <a:gd name="connsiteY1-16" fmla="*/ 3825208 h 3825208"/>
              <a:gd name="connsiteX2-17" fmla="*/ 0 w 3962675"/>
              <a:gd name="connsiteY2-18" fmla="*/ 2015453 h 3825208"/>
              <a:gd name="connsiteX3-19" fmla="*/ 3211740 w 3962675"/>
              <a:gd name="connsiteY3-20" fmla="*/ 0 h 3825208"/>
              <a:gd name="connsiteX4-21" fmla="*/ 3962675 w 3962675"/>
              <a:gd name="connsiteY4-22" fmla="*/ 467897 h 3825208"/>
              <a:gd name="connsiteX0-23" fmla="*/ 2906546 w 3962675"/>
              <a:gd name="connsiteY0-24" fmla="*/ 3825208 h 3825208"/>
              <a:gd name="connsiteX1-25" fmla="*/ 0 w 3962675"/>
              <a:gd name="connsiteY1-26" fmla="*/ 2015453 h 3825208"/>
              <a:gd name="connsiteX2-27" fmla="*/ 3211740 w 3962675"/>
              <a:gd name="connsiteY2-28" fmla="*/ 0 h 3825208"/>
              <a:gd name="connsiteX3-29" fmla="*/ 3962675 w 3962675"/>
              <a:gd name="connsiteY3-30" fmla="*/ 467897 h 3825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62675" h="3825208">
                <a:moveTo>
                  <a:pt x="2906546" y="3825208"/>
                </a:moveTo>
                <a:lnTo>
                  <a:pt x="0" y="2015453"/>
                </a:lnTo>
                <a:lnTo>
                  <a:pt x="3211740" y="0"/>
                </a:lnTo>
                <a:lnTo>
                  <a:pt x="3962675" y="46789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9" name="任意多边形: 形状 48"/>
          <p:cNvSpPr/>
          <p:nvPr userDrawn="1">
            <p:custDataLst>
              <p:tags r:id="rId31"/>
            </p:custDataLst>
          </p:nvPr>
        </p:nvSpPr>
        <p:spPr>
          <a:xfrm>
            <a:off x="6176756" y="2092977"/>
            <a:ext cx="2967245" cy="3047977"/>
          </a:xfrm>
          <a:custGeom>
            <a:avLst/>
            <a:gdLst>
              <a:gd name="connsiteX0" fmla="*/ 3211740 w 3956326"/>
              <a:gd name="connsiteY0" fmla="*/ 0 h 4063969"/>
              <a:gd name="connsiteX1" fmla="*/ 3956326 w 3956326"/>
              <a:gd name="connsiteY1" fmla="*/ 463940 h 4063969"/>
              <a:gd name="connsiteX2" fmla="*/ 3956326 w 3956326"/>
              <a:gd name="connsiteY2" fmla="*/ 4063968 h 4063969"/>
              <a:gd name="connsiteX3" fmla="*/ 3290005 w 3956326"/>
              <a:gd name="connsiteY3" fmla="*/ 4063969 h 4063969"/>
              <a:gd name="connsiteX4" fmla="*/ 0 w 3956326"/>
              <a:gd name="connsiteY4" fmla="*/ 2015453 h 4063969"/>
              <a:gd name="connsiteX5" fmla="*/ 3211740 w 3956326"/>
              <a:gd name="connsiteY5" fmla="*/ 0 h 4063969"/>
              <a:gd name="connsiteX0-1" fmla="*/ 3211740 w 3971565"/>
              <a:gd name="connsiteY0-2" fmla="*/ 0 h 4063969"/>
              <a:gd name="connsiteX1-3" fmla="*/ 3956326 w 3971565"/>
              <a:gd name="connsiteY1-4" fmla="*/ 463940 h 4063969"/>
              <a:gd name="connsiteX2-5" fmla="*/ 3971565 w 3971565"/>
              <a:gd name="connsiteY2-6" fmla="*/ 2398584 h 4063969"/>
              <a:gd name="connsiteX3-7" fmla="*/ 3956326 w 3971565"/>
              <a:gd name="connsiteY3-8" fmla="*/ 4063968 h 4063969"/>
              <a:gd name="connsiteX4-9" fmla="*/ 3290005 w 3971565"/>
              <a:gd name="connsiteY4-10" fmla="*/ 4063969 h 4063969"/>
              <a:gd name="connsiteX5-11" fmla="*/ 0 w 3971565"/>
              <a:gd name="connsiteY5-12" fmla="*/ 2015453 h 4063969"/>
              <a:gd name="connsiteX6" fmla="*/ 3211740 w 3971565"/>
              <a:gd name="connsiteY6" fmla="*/ 0 h 4063969"/>
              <a:gd name="connsiteX0-13" fmla="*/ 3971565 w 4063005"/>
              <a:gd name="connsiteY0-14" fmla="*/ 2398584 h 4063969"/>
              <a:gd name="connsiteX1-15" fmla="*/ 3956326 w 4063005"/>
              <a:gd name="connsiteY1-16" fmla="*/ 4063968 h 4063969"/>
              <a:gd name="connsiteX2-17" fmla="*/ 3290005 w 4063005"/>
              <a:gd name="connsiteY2-18" fmla="*/ 4063969 h 4063969"/>
              <a:gd name="connsiteX3-19" fmla="*/ 0 w 4063005"/>
              <a:gd name="connsiteY3-20" fmla="*/ 2015453 h 4063969"/>
              <a:gd name="connsiteX4-21" fmla="*/ 3211740 w 4063005"/>
              <a:gd name="connsiteY4-22" fmla="*/ 0 h 4063969"/>
              <a:gd name="connsiteX5-23" fmla="*/ 3956326 w 4063005"/>
              <a:gd name="connsiteY5-24" fmla="*/ 463940 h 4063969"/>
              <a:gd name="connsiteX6-25" fmla="*/ 4063005 w 4063005"/>
              <a:gd name="connsiteY6-26" fmla="*/ 2490024 h 4063969"/>
              <a:gd name="connsiteX0-27" fmla="*/ 3971565 w 3971565"/>
              <a:gd name="connsiteY0-28" fmla="*/ 2398584 h 4063969"/>
              <a:gd name="connsiteX1-29" fmla="*/ 3956326 w 3971565"/>
              <a:gd name="connsiteY1-30" fmla="*/ 4063968 h 4063969"/>
              <a:gd name="connsiteX2-31" fmla="*/ 3290005 w 3971565"/>
              <a:gd name="connsiteY2-32" fmla="*/ 4063969 h 4063969"/>
              <a:gd name="connsiteX3-33" fmla="*/ 0 w 3971565"/>
              <a:gd name="connsiteY3-34" fmla="*/ 2015453 h 4063969"/>
              <a:gd name="connsiteX4-35" fmla="*/ 3211740 w 3971565"/>
              <a:gd name="connsiteY4-36" fmla="*/ 0 h 4063969"/>
              <a:gd name="connsiteX5-37" fmla="*/ 3956326 w 3971565"/>
              <a:gd name="connsiteY5-38" fmla="*/ 463940 h 4063969"/>
              <a:gd name="connsiteX0-39" fmla="*/ 3956326 w 3956326"/>
              <a:gd name="connsiteY0-40" fmla="*/ 4063968 h 4063969"/>
              <a:gd name="connsiteX1-41" fmla="*/ 3290005 w 3956326"/>
              <a:gd name="connsiteY1-42" fmla="*/ 4063969 h 4063969"/>
              <a:gd name="connsiteX2-43" fmla="*/ 0 w 3956326"/>
              <a:gd name="connsiteY2-44" fmla="*/ 2015453 h 4063969"/>
              <a:gd name="connsiteX3-45" fmla="*/ 3211740 w 3956326"/>
              <a:gd name="connsiteY3-46" fmla="*/ 0 h 4063969"/>
              <a:gd name="connsiteX4-47" fmla="*/ 3956326 w 3956326"/>
              <a:gd name="connsiteY4-48" fmla="*/ 463940 h 4063969"/>
              <a:gd name="connsiteX0-49" fmla="*/ 3290005 w 3956326"/>
              <a:gd name="connsiteY0-50" fmla="*/ 4063969 h 4063969"/>
              <a:gd name="connsiteX1-51" fmla="*/ 0 w 3956326"/>
              <a:gd name="connsiteY1-52" fmla="*/ 2015453 h 4063969"/>
              <a:gd name="connsiteX2-53" fmla="*/ 3211740 w 3956326"/>
              <a:gd name="connsiteY2-54" fmla="*/ 0 h 4063969"/>
              <a:gd name="connsiteX3-55" fmla="*/ 3956326 w 3956326"/>
              <a:gd name="connsiteY3-56" fmla="*/ 463940 h 40639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6326" h="4063969">
                <a:moveTo>
                  <a:pt x="3290005" y="4063969"/>
                </a:moveTo>
                <a:lnTo>
                  <a:pt x="0" y="2015453"/>
                </a:lnTo>
                <a:lnTo>
                  <a:pt x="3211740" y="0"/>
                </a:lnTo>
                <a:lnTo>
                  <a:pt x="3956326" y="46394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53" name="任意多边形: 形状 52"/>
          <p:cNvSpPr/>
          <p:nvPr userDrawn="1">
            <p:custDataLst>
              <p:tags r:id="rId32"/>
            </p:custDataLst>
          </p:nvPr>
        </p:nvSpPr>
        <p:spPr>
          <a:xfrm>
            <a:off x="6176279" y="1914384"/>
            <a:ext cx="2967720" cy="3226569"/>
          </a:xfrm>
          <a:custGeom>
            <a:avLst/>
            <a:gdLst>
              <a:gd name="connsiteX0" fmla="*/ 3211739 w 3956960"/>
              <a:gd name="connsiteY0" fmla="*/ 0 h 4302093"/>
              <a:gd name="connsiteX1" fmla="*/ 3956960 w 3956960"/>
              <a:gd name="connsiteY1" fmla="*/ 464335 h 4302093"/>
              <a:gd name="connsiteX2" fmla="*/ 3956960 w 3956960"/>
              <a:gd name="connsiteY2" fmla="*/ 4302093 h 4302093"/>
              <a:gd name="connsiteX3" fmla="*/ 3672445 w 3956960"/>
              <a:gd name="connsiteY3" fmla="*/ 4302092 h 4302093"/>
              <a:gd name="connsiteX4" fmla="*/ 0 w 3956960"/>
              <a:gd name="connsiteY4" fmla="*/ 2015453 h 4302093"/>
              <a:gd name="connsiteX5" fmla="*/ 3211739 w 3956960"/>
              <a:gd name="connsiteY5" fmla="*/ 0 h 4302093"/>
              <a:gd name="connsiteX0-1" fmla="*/ 3211739 w 3956960"/>
              <a:gd name="connsiteY0-2" fmla="*/ 0 h 4302093"/>
              <a:gd name="connsiteX1-3" fmla="*/ 3956960 w 3956960"/>
              <a:gd name="connsiteY1-4" fmla="*/ 464335 h 4302093"/>
              <a:gd name="connsiteX2-5" fmla="*/ 3949341 w 3956960"/>
              <a:gd name="connsiteY2-6" fmla="*/ 2674808 h 4302093"/>
              <a:gd name="connsiteX3-7" fmla="*/ 3956960 w 3956960"/>
              <a:gd name="connsiteY3-8" fmla="*/ 4302093 h 4302093"/>
              <a:gd name="connsiteX4-9" fmla="*/ 3672445 w 3956960"/>
              <a:gd name="connsiteY4-10" fmla="*/ 4302092 h 4302093"/>
              <a:gd name="connsiteX5-11" fmla="*/ 0 w 3956960"/>
              <a:gd name="connsiteY5-12" fmla="*/ 2015453 h 4302093"/>
              <a:gd name="connsiteX6" fmla="*/ 3211739 w 3956960"/>
              <a:gd name="connsiteY6" fmla="*/ 0 h 4302093"/>
              <a:gd name="connsiteX0-13" fmla="*/ 3949341 w 4040781"/>
              <a:gd name="connsiteY0-14" fmla="*/ 2674808 h 4302093"/>
              <a:gd name="connsiteX1-15" fmla="*/ 3956960 w 4040781"/>
              <a:gd name="connsiteY1-16" fmla="*/ 4302093 h 4302093"/>
              <a:gd name="connsiteX2-17" fmla="*/ 3672445 w 4040781"/>
              <a:gd name="connsiteY2-18" fmla="*/ 4302092 h 4302093"/>
              <a:gd name="connsiteX3-19" fmla="*/ 0 w 4040781"/>
              <a:gd name="connsiteY3-20" fmla="*/ 2015453 h 4302093"/>
              <a:gd name="connsiteX4-21" fmla="*/ 3211739 w 4040781"/>
              <a:gd name="connsiteY4-22" fmla="*/ 0 h 4302093"/>
              <a:gd name="connsiteX5-23" fmla="*/ 3956960 w 4040781"/>
              <a:gd name="connsiteY5-24" fmla="*/ 464335 h 4302093"/>
              <a:gd name="connsiteX6-25" fmla="*/ 4040781 w 4040781"/>
              <a:gd name="connsiteY6-26" fmla="*/ 2766248 h 4302093"/>
              <a:gd name="connsiteX0-27" fmla="*/ 3949341 w 3956960"/>
              <a:gd name="connsiteY0-28" fmla="*/ 2674808 h 4302093"/>
              <a:gd name="connsiteX1-29" fmla="*/ 3956960 w 3956960"/>
              <a:gd name="connsiteY1-30" fmla="*/ 4302093 h 4302093"/>
              <a:gd name="connsiteX2-31" fmla="*/ 3672445 w 3956960"/>
              <a:gd name="connsiteY2-32" fmla="*/ 4302092 h 4302093"/>
              <a:gd name="connsiteX3-33" fmla="*/ 0 w 3956960"/>
              <a:gd name="connsiteY3-34" fmla="*/ 2015453 h 4302093"/>
              <a:gd name="connsiteX4-35" fmla="*/ 3211739 w 3956960"/>
              <a:gd name="connsiteY4-36" fmla="*/ 0 h 4302093"/>
              <a:gd name="connsiteX5-37" fmla="*/ 3956960 w 3956960"/>
              <a:gd name="connsiteY5-38" fmla="*/ 464335 h 4302093"/>
              <a:gd name="connsiteX0-39" fmla="*/ 3956960 w 3956960"/>
              <a:gd name="connsiteY0-40" fmla="*/ 4302093 h 4302093"/>
              <a:gd name="connsiteX1-41" fmla="*/ 3672445 w 3956960"/>
              <a:gd name="connsiteY1-42" fmla="*/ 4302092 h 4302093"/>
              <a:gd name="connsiteX2-43" fmla="*/ 0 w 3956960"/>
              <a:gd name="connsiteY2-44" fmla="*/ 2015453 h 4302093"/>
              <a:gd name="connsiteX3-45" fmla="*/ 3211739 w 3956960"/>
              <a:gd name="connsiteY3-46" fmla="*/ 0 h 4302093"/>
              <a:gd name="connsiteX4-47" fmla="*/ 3956960 w 3956960"/>
              <a:gd name="connsiteY4-48" fmla="*/ 464335 h 4302093"/>
              <a:gd name="connsiteX0-49" fmla="*/ 3672445 w 3956960"/>
              <a:gd name="connsiteY0-50" fmla="*/ 4302092 h 4302092"/>
              <a:gd name="connsiteX1-51" fmla="*/ 0 w 3956960"/>
              <a:gd name="connsiteY1-52" fmla="*/ 2015453 h 4302092"/>
              <a:gd name="connsiteX2-53" fmla="*/ 3211739 w 3956960"/>
              <a:gd name="connsiteY2-54" fmla="*/ 0 h 4302092"/>
              <a:gd name="connsiteX3-55" fmla="*/ 3956960 w 3956960"/>
              <a:gd name="connsiteY3-56" fmla="*/ 464335 h 4302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956960" h="4302092">
                <a:moveTo>
                  <a:pt x="3672445" y="4302092"/>
                </a:moveTo>
                <a:lnTo>
                  <a:pt x="0" y="2015453"/>
                </a:lnTo>
                <a:lnTo>
                  <a:pt x="3211739" y="0"/>
                </a:lnTo>
                <a:lnTo>
                  <a:pt x="3956960" y="46433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113100" y="1979100"/>
            <a:ext cx="799200" cy="1247400"/>
          </a:xfrm>
        </p:spPr>
        <p:txBody>
          <a:bodyPr wrap="square" anchor="ctr">
            <a:normAutofit/>
          </a:bodyPr>
          <a:lstStyle>
            <a:lvl1pPr algn="ctr">
              <a:defRPr sz="405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6"/>
            </p:custDataLst>
          </p:nvPr>
        </p:nvSpPr>
        <p:spPr>
          <a:xfrm>
            <a:off x="1" y="267616"/>
            <a:ext cx="2439510" cy="2983169"/>
          </a:xfrm>
          <a:custGeom>
            <a:avLst/>
            <a:gdLst>
              <a:gd name="connsiteX0" fmla="*/ 141670 w 3252680"/>
              <a:gd name="connsiteY0" fmla="*/ 0 h 3977558"/>
              <a:gd name="connsiteX1" fmla="*/ 3252680 w 3252680"/>
              <a:gd name="connsiteY1" fmla="*/ 1952239 h 3977558"/>
              <a:gd name="connsiteX2" fmla="*/ 0 w 3252680"/>
              <a:gd name="connsiteY2" fmla="*/ 3977558 h 3977558"/>
              <a:gd name="connsiteX3" fmla="*/ 0 w 3252680"/>
              <a:gd name="connsiteY3" fmla="*/ 88274 h 3977558"/>
              <a:gd name="connsiteX4" fmla="*/ 141670 w 3252680"/>
              <a:gd name="connsiteY4" fmla="*/ 0 h 3977558"/>
              <a:gd name="connsiteX0-1" fmla="*/ 155959 w 3266969"/>
              <a:gd name="connsiteY0-2" fmla="*/ 0 h 3977558"/>
              <a:gd name="connsiteX1-3" fmla="*/ 3266969 w 3266969"/>
              <a:gd name="connsiteY1-4" fmla="*/ 1952239 h 3977558"/>
              <a:gd name="connsiteX2-5" fmla="*/ 14289 w 3266969"/>
              <a:gd name="connsiteY2-6" fmla="*/ 3977558 h 3977558"/>
              <a:gd name="connsiteX3-7" fmla="*/ 0 w 3266969"/>
              <a:gd name="connsiteY3-8" fmla="*/ 1071929 h 3977558"/>
              <a:gd name="connsiteX4-9" fmla="*/ 14289 w 3266969"/>
              <a:gd name="connsiteY4-10" fmla="*/ 88274 h 3977558"/>
              <a:gd name="connsiteX5" fmla="*/ 155959 w 3266969"/>
              <a:gd name="connsiteY5" fmla="*/ 0 h 3977558"/>
              <a:gd name="connsiteX0-11" fmla="*/ 0 w 3266969"/>
              <a:gd name="connsiteY0-12" fmla="*/ 1071929 h 3977558"/>
              <a:gd name="connsiteX1-13" fmla="*/ 14289 w 3266969"/>
              <a:gd name="connsiteY1-14" fmla="*/ 88274 h 3977558"/>
              <a:gd name="connsiteX2-15" fmla="*/ 155959 w 3266969"/>
              <a:gd name="connsiteY2-16" fmla="*/ 0 h 3977558"/>
              <a:gd name="connsiteX3-17" fmla="*/ 3266969 w 3266969"/>
              <a:gd name="connsiteY3-18" fmla="*/ 1952239 h 3977558"/>
              <a:gd name="connsiteX4-19" fmla="*/ 14289 w 3266969"/>
              <a:gd name="connsiteY4-20" fmla="*/ 3977558 h 3977558"/>
              <a:gd name="connsiteX5-21" fmla="*/ 91440 w 3266969"/>
              <a:gd name="connsiteY5-22" fmla="*/ 1163369 h 3977558"/>
              <a:gd name="connsiteX0-23" fmla="*/ 0 w 3266969"/>
              <a:gd name="connsiteY0-24" fmla="*/ 1071929 h 3977558"/>
              <a:gd name="connsiteX1-25" fmla="*/ 14289 w 3266969"/>
              <a:gd name="connsiteY1-26" fmla="*/ 88274 h 3977558"/>
              <a:gd name="connsiteX2-27" fmla="*/ 155959 w 3266969"/>
              <a:gd name="connsiteY2-28" fmla="*/ 0 h 3977558"/>
              <a:gd name="connsiteX3-29" fmla="*/ 3266969 w 3266969"/>
              <a:gd name="connsiteY3-30" fmla="*/ 1952239 h 3977558"/>
              <a:gd name="connsiteX4-31" fmla="*/ 14289 w 3266969"/>
              <a:gd name="connsiteY4-32" fmla="*/ 3977558 h 3977558"/>
              <a:gd name="connsiteX0-33" fmla="*/ 0 w 3252680"/>
              <a:gd name="connsiteY0-34" fmla="*/ 88274 h 3977558"/>
              <a:gd name="connsiteX1-35" fmla="*/ 141670 w 3252680"/>
              <a:gd name="connsiteY1-36" fmla="*/ 0 h 3977558"/>
              <a:gd name="connsiteX2-37" fmla="*/ 3252680 w 3252680"/>
              <a:gd name="connsiteY2-38" fmla="*/ 1952239 h 3977558"/>
              <a:gd name="connsiteX3-39" fmla="*/ 0 w 3252680"/>
              <a:gd name="connsiteY3-40" fmla="*/ 3977558 h 39775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2680" h="3977558">
                <a:moveTo>
                  <a:pt x="0" y="88274"/>
                </a:moveTo>
                <a:lnTo>
                  <a:pt x="141670" y="0"/>
                </a:lnTo>
                <a:lnTo>
                  <a:pt x="3252680" y="1952239"/>
                </a:lnTo>
                <a:lnTo>
                  <a:pt x="0" y="397755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2" y="442078"/>
            <a:ext cx="2442739" cy="2985179"/>
          </a:xfrm>
          <a:custGeom>
            <a:avLst/>
            <a:gdLst>
              <a:gd name="connsiteX0" fmla="*/ 145975 w 3256985"/>
              <a:gd name="connsiteY0" fmla="*/ 0 h 3980238"/>
              <a:gd name="connsiteX1" fmla="*/ 3256985 w 3256985"/>
              <a:gd name="connsiteY1" fmla="*/ 1952239 h 3980238"/>
              <a:gd name="connsiteX2" fmla="*/ 0 w 3256985"/>
              <a:gd name="connsiteY2" fmla="*/ 3980238 h 3980238"/>
              <a:gd name="connsiteX3" fmla="*/ 0 w 3256985"/>
              <a:gd name="connsiteY3" fmla="*/ 90956 h 3980238"/>
              <a:gd name="connsiteX4" fmla="*/ 145975 w 3256985"/>
              <a:gd name="connsiteY4" fmla="*/ 0 h 3980238"/>
              <a:gd name="connsiteX0-1" fmla="*/ 150740 w 3261750"/>
              <a:gd name="connsiteY0-2" fmla="*/ 0 h 3980238"/>
              <a:gd name="connsiteX1-3" fmla="*/ 3261750 w 3261750"/>
              <a:gd name="connsiteY1-4" fmla="*/ 1952239 h 3980238"/>
              <a:gd name="connsiteX2-5" fmla="*/ 4765 w 3261750"/>
              <a:gd name="connsiteY2-6" fmla="*/ 3980238 h 3980238"/>
              <a:gd name="connsiteX3-7" fmla="*/ 0 w 3261750"/>
              <a:gd name="connsiteY3-8" fmla="*/ 1534638 h 3980238"/>
              <a:gd name="connsiteX4-9" fmla="*/ 4765 w 3261750"/>
              <a:gd name="connsiteY4-10" fmla="*/ 90956 h 3980238"/>
              <a:gd name="connsiteX5" fmla="*/ 150740 w 3261750"/>
              <a:gd name="connsiteY5" fmla="*/ 0 h 3980238"/>
              <a:gd name="connsiteX0-11" fmla="*/ 0 w 3261750"/>
              <a:gd name="connsiteY0-12" fmla="*/ 1534638 h 3980238"/>
              <a:gd name="connsiteX1-13" fmla="*/ 4765 w 3261750"/>
              <a:gd name="connsiteY1-14" fmla="*/ 90956 h 3980238"/>
              <a:gd name="connsiteX2-15" fmla="*/ 150740 w 3261750"/>
              <a:gd name="connsiteY2-16" fmla="*/ 0 h 3980238"/>
              <a:gd name="connsiteX3-17" fmla="*/ 3261750 w 3261750"/>
              <a:gd name="connsiteY3-18" fmla="*/ 1952239 h 3980238"/>
              <a:gd name="connsiteX4-19" fmla="*/ 4765 w 3261750"/>
              <a:gd name="connsiteY4-20" fmla="*/ 3980238 h 3980238"/>
              <a:gd name="connsiteX5-21" fmla="*/ 91440 w 3261750"/>
              <a:gd name="connsiteY5-22" fmla="*/ 1626078 h 3980238"/>
              <a:gd name="connsiteX0-23" fmla="*/ 0 w 3261750"/>
              <a:gd name="connsiteY0-24" fmla="*/ 1534638 h 3980238"/>
              <a:gd name="connsiteX1-25" fmla="*/ 4765 w 3261750"/>
              <a:gd name="connsiteY1-26" fmla="*/ 90956 h 3980238"/>
              <a:gd name="connsiteX2-27" fmla="*/ 150740 w 3261750"/>
              <a:gd name="connsiteY2-28" fmla="*/ 0 h 3980238"/>
              <a:gd name="connsiteX3-29" fmla="*/ 3261750 w 3261750"/>
              <a:gd name="connsiteY3-30" fmla="*/ 1952239 h 3980238"/>
              <a:gd name="connsiteX4-31" fmla="*/ 4765 w 3261750"/>
              <a:gd name="connsiteY4-32" fmla="*/ 3980238 h 3980238"/>
              <a:gd name="connsiteX0-33" fmla="*/ 0 w 3256985"/>
              <a:gd name="connsiteY0-34" fmla="*/ 90956 h 3980238"/>
              <a:gd name="connsiteX1-35" fmla="*/ 145975 w 3256985"/>
              <a:gd name="connsiteY1-36" fmla="*/ 0 h 3980238"/>
              <a:gd name="connsiteX2-37" fmla="*/ 3256985 w 3256985"/>
              <a:gd name="connsiteY2-38" fmla="*/ 1952239 h 3980238"/>
              <a:gd name="connsiteX3-39" fmla="*/ 0 w 3256985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5" h="3980238">
                <a:moveTo>
                  <a:pt x="0" y="90956"/>
                </a:moveTo>
                <a:lnTo>
                  <a:pt x="145975" y="0"/>
                </a:lnTo>
                <a:lnTo>
                  <a:pt x="3256985" y="1952239"/>
                </a:lnTo>
                <a:lnTo>
                  <a:pt x="0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9" name="任意多边形: 形状 18"/>
          <p:cNvSpPr/>
          <p:nvPr userDrawn="1">
            <p:custDataLst>
              <p:tags r:id="rId8"/>
            </p:custDataLst>
          </p:nvPr>
        </p:nvSpPr>
        <p:spPr>
          <a:xfrm>
            <a:off x="0" y="618550"/>
            <a:ext cx="2439049" cy="2982881"/>
          </a:xfrm>
          <a:custGeom>
            <a:avLst/>
            <a:gdLst>
              <a:gd name="connsiteX0" fmla="*/ 141055 w 3252065"/>
              <a:gd name="connsiteY0" fmla="*/ 0 h 3977175"/>
              <a:gd name="connsiteX1" fmla="*/ 3252065 w 3252065"/>
              <a:gd name="connsiteY1" fmla="*/ 1952239 h 3977175"/>
              <a:gd name="connsiteX2" fmla="*/ 1 w 3252065"/>
              <a:gd name="connsiteY2" fmla="*/ 3977175 h 3977175"/>
              <a:gd name="connsiteX3" fmla="*/ 0 w 3252065"/>
              <a:gd name="connsiteY3" fmla="*/ 87891 h 3977175"/>
              <a:gd name="connsiteX4" fmla="*/ 141055 w 3252065"/>
              <a:gd name="connsiteY4" fmla="*/ 0 h 3977175"/>
              <a:gd name="connsiteX0-1" fmla="*/ 383542 w 3494552"/>
              <a:gd name="connsiteY0-2" fmla="*/ 0 h 3977175"/>
              <a:gd name="connsiteX1-3" fmla="*/ 3494552 w 3494552"/>
              <a:gd name="connsiteY1-4" fmla="*/ 1952239 h 3977175"/>
              <a:gd name="connsiteX2-5" fmla="*/ 242488 w 3494552"/>
              <a:gd name="connsiteY2-6" fmla="*/ 3977175 h 3977175"/>
              <a:gd name="connsiteX3-7" fmla="*/ 237724 w 3494552"/>
              <a:gd name="connsiteY3-8" fmla="*/ 1608905 h 3977175"/>
              <a:gd name="connsiteX4-9" fmla="*/ 242487 w 3494552"/>
              <a:gd name="connsiteY4-10" fmla="*/ 87891 h 3977175"/>
              <a:gd name="connsiteX5" fmla="*/ 383542 w 3494552"/>
              <a:gd name="connsiteY5" fmla="*/ 0 h 3977175"/>
              <a:gd name="connsiteX0-11" fmla="*/ 234416 w 3491244"/>
              <a:gd name="connsiteY0-12" fmla="*/ 1608905 h 3977175"/>
              <a:gd name="connsiteX1-13" fmla="*/ 239179 w 3491244"/>
              <a:gd name="connsiteY1-14" fmla="*/ 87891 h 3977175"/>
              <a:gd name="connsiteX2-15" fmla="*/ 380234 w 3491244"/>
              <a:gd name="connsiteY2-16" fmla="*/ 0 h 3977175"/>
              <a:gd name="connsiteX3-17" fmla="*/ 3491244 w 3491244"/>
              <a:gd name="connsiteY3-18" fmla="*/ 1952239 h 3977175"/>
              <a:gd name="connsiteX4-19" fmla="*/ 239180 w 3491244"/>
              <a:gd name="connsiteY4-20" fmla="*/ 3977175 h 3977175"/>
              <a:gd name="connsiteX5-21" fmla="*/ 325856 w 3491244"/>
              <a:gd name="connsiteY5-22" fmla="*/ 1700345 h 3977175"/>
              <a:gd name="connsiteX0-23" fmla="*/ 7429 w 3264257"/>
              <a:gd name="connsiteY0-24" fmla="*/ 1608905 h 3977175"/>
              <a:gd name="connsiteX1-25" fmla="*/ 12192 w 3264257"/>
              <a:gd name="connsiteY1-26" fmla="*/ 87891 h 3977175"/>
              <a:gd name="connsiteX2-27" fmla="*/ 153247 w 3264257"/>
              <a:gd name="connsiteY2-28" fmla="*/ 0 h 3977175"/>
              <a:gd name="connsiteX3-29" fmla="*/ 3264257 w 3264257"/>
              <a:gd name="connsiteY3-30" fmla="*/ 1952239 h 3977175"/>
              <a:gd name="connsiteX4-31" fmla="*/ 12193 w 3264257"/>
              <a:gd name="connsiteY4-32" fmla="*/ 3977175 h 3977175"/>
              <a:gd name="connsiteX0-33" fmla="*/ 0 w 3252065"/>
              <a:gd name="connsiteY0-34" fmla="*/ 87891 h 3977175"/>
              <a:gd name="connsiteX1-35" fmla="*/ 141055 w 3252065"/>
              <a:gd name="connsiteY1-36" fmla="*/ 0 h 3977175"/>
              <a:gd name="connsiteX2-37" fmla="*/ 3252065 w 3252065"/>
              <a:gd name="connsiteY2-38" fmla="*/ 1952239 h 3977175"/>
              <a:gd name="connsiteX3-39" fmla="*/ 1 w 3252065"/>
              <a:gd name="connsiteY3-40" fmla="*/ 3977175 h 39771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2065" h="3977175">
                <a:moveTo>
                  <a:pt x="0" y="87891"/>
                </a:moveTo>
                <a:lnTo>
                  <a:pt x="141055" y="0"/>
                </a:lnTo>
                <a:lnTo>
                  <a:pt x="3252065" y="1952239"/>
                </a:lnTo>
                <a:lnTo>
                  <a:pt x="1" y="397717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3" name="任意多边形: 形状 22"/>
          <p:cNvSpPr/>
          <p:nvPr userDrawn="1">
            <p:custDataLst>
              <p:tags r:id="rId9"/>
            </p:custDataLst>
          </p:nvPr>
        </p:nvSpPr>
        <p:spPr>
          <a:xfrm>
            <a:off x="0" y="792725"/>
            <a:ext cx="2433051" cy="2979147"/>
          </a:xfrm>
          <a:custGeom>
            <a:avLst/>
            <a:gdLst>
              <a:gd name="connsiteX0" fmla="*/ 133059 w 3244068"/>
              <a:gd name="connsiteY0" fmla="*/ 0 h 3972196"/>
              <a:gd name="connsiteX1" fmla="*/ 3244068 w 3244068"/>
              <a:gd name="connsiteY1" fmla="*/ 1952239 h 3972196"/>
              <a:gd name="connsiteX2" fmla="*/ 0 w 3244068"/>
              <a:gd name="connsiteY2" fmla="*/ 3972196 h 3972196"/>
              <a:gd name="connsiteX3" fmla="*/ 0 w 3244068"/>
              <a:gd name="connsiteY3" fmla="*/ 82909 h 3972196"/>
              <a:gd name="connsiteX4" fmla="*/ 133059 w 3244068"/>
              <a:gd name="connsiteY4" fmla="*/ 0 h 3972196"/>
              <a:gd name="connsiteX0-1" fmla="*/ 142584 w 3253593"/>
              <a:gd name="connsiteY0-2" fmla="*/ 0 h 3972196"/>
              <a:gd name="connsiteX1-3" fmla="*/ 3253593 w 3253593"/>
              <a:gd name="connsiteY1-4" fmla="*/ 1952239 h 3972196"/>
              <a:gd name="connsiteX2-5" fmla="*/ 9525 w 3253593"/>
              <a:gd name="connsiteY2-6" fmla="*/ 3972196 h 3972196"/>
              <a:gd name="connsiteX3-7" fmla="*/ 0 w 3253593"/>
              <a:gd name="connsiteY3-8" fmla="*/ 2767322 h 3972196"/>
              <a:gd name="connsiteX4-9" fmla="*/ 9525 w 3253593"/>
              <a:gd name="connsiteY4-10" fmla="*/ 82909 h 3972196"/>
              <a:gd name="connsiteX5" fmla="*/ 142584 w 3253593"/>
              <a:gd name="connsiteY5" fmla="*/ 0 h 3972196"/>
              <a:gd name="connsiteX0-11" fmla="*/ 0 w 3253593"/>
              <a:gd name="connsiteY0-12" fmla="*/ 2767322 h 3972196"/>
              <a:gd name="connsiteX1-13" fmla="*/ 9525 w 3253593"/>
              <a:gd name="connsiteY1-14" fmla="*/ 82909 h 3972196"/>
              <a:gd name="connsiteX2-15" fmla="*/ 142584 w 3253593"/>
              <a:gd name="connsiteY2-16" fmla="*/ 0 h 3972196"/>
              <a:gd name="connsiteX3-17" fmla="*/ 3253593 w 3253593"/>
              <a:gd name="connsiteY3-18" fmla="*/ 1952239 h 3972196"/>
              <a:gd name="connsiteX4-19" fmla="*/ 9525 w 3253593"/>
              <a:gd name="connsiteY4-20" fmla="*/ 3972196 h 3972196"/>
              <a:gd name="connsiteX5-21" fmla="*/ 91440 w 3253593"/>
              <a:gd name="connsiteY5-22" fmla="*/ 2858762 h 3972196"/>
              <a:gd name="connsiteX0-23" fmla="*/ 0 w 3253593"/>
              <a:gd name="connsiteY0-24" fmla="*/ 2767322 h 3972196"/>
              <a:gd name="connsiteX1-25" fmla="*/ 9525 w 3253593"/>
              <a:gd name="connsiteY1-26" fmla="*/ 82909 h 3972196"/>
              <a:gd name="connsiteX2-27" fmla="*/ 142584 w 3253593"/>
              <a:gd name="connsiteY2-28" fmla="*/ 0 h 3972196"/>
              <a:gd name="connsiteX3-29" fmla="*/ 3253593 w 3253593"/>
              <a:gd name="connsiteY3-30" fmla="*/ 1952239 h 3972196"/>
              <a:gd name="connsiteX4-31" fmla="*/ 9525 w 3253593"/>
              <a:gd name="connsiteY4-32" fmla="*/ 3972196 h 3972196"/>
              <a:gd name="connsiteX0-33" fmla="*/ 0 w 3244068"/>
              <a:gd name="connsiteY0-34" fmla="*/ 82909 h 3972196"/>
              <a:gd name="connsiteX1-35" fmla="*/ 133059 w 3244068"/>
              <a:gd name="connsiteY1-36" fmla="*/ 0 h 3972196"/>
              <a:gd name="connsiteX2-37" fmla="*/ 3244068 w 3244068"/>
              <a:gd name="connsiteY2-38" fmla="*/ 1952239 h 3972196"/>
              <a:gd name="connsiteX3-39" fmla="*/ 0 w 3244068"/>
              <a:gd name="connsiteY3-40" fmla="*/ 3972196 h 3972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44068" h="3972196">
                <a:moveTo>
                  <a:pt x="0" y="82909"/>
                </a:moveTo>
                <a:lnTo>
                  <a:pt x="133059" y="0"/>
                </a:lnTo>
                <a:lnTo>
                  <a:pt x="3244068" y="1952239"/>
                </a:lnTo>
                <a:lnTo>
                  <a:pt x="0" y="397219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9" name="任意多边形: 形状 28"/>
          <p:cNvSpPr/>
          <p:nvPr userDrawn="1">
            <p:custDataLst>
              <p:tags r:id="rId10"/>
            </p:custDataLst>
          </p:nvPr>
        </p:nvSpPr>
        <p:spPr>
          <a:xfrm>
            <a:off x="2" y="963165"/>
            <a:ext cx="2442739" cy="2985179"/>
          </a:xfrm>
          <a:custGeom>
            <a:avLst/>
            <a:gdLst>
              <a:gd name="connsiteX0" fmla="*/ 145975 w 3256985"/>
              <a:gd name="connsiteY0" fmla="*/ 0 h 3980238"/>
              <a:gd name="connsiteX1" fmla="*/ 3256985 w 3256985"/>
              <a:gd name="connsiteY1" fmla="*/ 1952239 h 3980238"/>
              <a:gd name="connsiteX2" fmla="*/ 0 w 3256985"/>
              <a:gd name="connsiteY2" fmla="*/ 3980238 h 3980238"/>
              <a:gd name="connsiteX3" fmla="*/ 0 w 3256985"/>
              <a:gd name="connsiteY3" fmla="*/ 90956 h 3980238"/>
              <a:gd name="connsiteX4" fmla="*/ 145975 w 3256985"/>
              <a:gd name="connsiteY4" fmla="*/ 0 h 3980238"/>
              <a:gd name="connsiteX0-1" fmla="*/ 145977 w 3256987"/>
              <a:gd name="connsiteY0-2" fmla="*/ 0 h 3980238"/>
              <a:gd name="connsiteX1-3" fmla="*/ 3256987 w 3256987"/>
              <a:gd name="connsiteY1-4" fmla="*/ 1952239 h 3980238"/>
              <a:gd name="connsiteX2-5" fmla="*/ 2 w 3256987"/>
              <a:gd name="connsiteY2-6" fmla="*/ 3980238 h 3980238"/>
              <a:gd name="connsiteX3-7" fmla="*/ 0 w 3256987"/>
              <a:gd name="connsiteY3-8" fmla="*/ 2063818 h 3980238"/>
              <a:gd name="connsiteX4-9" fmla="*/ 2 w 3256987"/>
              <a:gd name="connsiteY4-10" fmla="*/ 90956 h 3980238"/>
              <a:gd name="connsiteX5" fmla="*/ 145977 w 3256987"/>
              <a:gd name="connsiteY5" fmla="*/ 0 h 3980238"/>
              <a:gd name="connsiteX0-11" fmla="*/ 0 w 3256987"/>
              <a:gd name="connsiteY0-12" fmla="*/ 2063818 h 3980238"/>
              <a:gd name="connsiteX1-13" fmla="*/ 2 w 3256987"/>
              <a:gd name="connsiteY1-14" fmla="*/ 90956 h 3980238"/>
              <a:gd name="connsiteX2-15" fmla="*/ 145977 w 3256987"/>
              <a:gd name="connsiteY2-16" fmla="*/ 0 h 3980238"/>
              <a:gd name="connsiteX3-17" fmla="*/ 3256987 w 3256987"/>
              <a:gd name="connsiteY3-18" fmla="*/ 1952239 h 3980238"/>
              <a:gd name="connsiteX4-19" fmla="*/ 2 w 3256987"/>
              <a:gd name="connsiteY4-20" fmla="*/ 3980238 h 3980238"/>
              <a:gd name="connsiteX5-21" fmla="*/ 91440 w 3256987"/>
              <a:gd name="connsiteY5-22" fmla="*/ 2155258 h 3980238"/>
              <a:gd name="connsiteX0-23" fmla="*/ 0 w 3256987"/>
              <a:gd name="connsiteY0-24" fmla="*/ 2063818 h 3980238"/>
              <a:gd name="connsiteX1-25" fmla="*/ 2 w 3256987"/>
              <a:gd name="connsiteY1-26" fmla="*/ 90956 h 3980238"/>
              <a:gd name="connsiteX2-27" fmla="*/ 145977 w 3256987"/>
              <a:gd name="connsiteY2-28" fmla="*/ 0 h 3980238"/>
              <a:gd name="connsiteX3-29" fmla="*/ 3256987 w 3256987"/>
              <a:gd name="connsiteY3-30" fmla="*/ 1952239 h 3980238"/>
              <a:gd name="connsiteX4-31" fmla="*/ 2 w 3256987"/>
              <a:gd name="connsiteY4-32" fmla="*/ 3980238 h 3980238"/>
              <a:gd name="connsiteX0-33" fmla="*/ 0 w 3256985"/>
              <a:gd name="connsiteY0-34" fmla="*/ 90956 h 3980238"/>
              <a:gd name="connsiteX1-35" fmla="*/ 145975 w 3256985"/>
              <a:gd name="connsiteY1-36" fmla="*/ 0 h 3980238"/>
              <a:gd name="connsiteX2-37" fmla="*/ 3256985 w 3256985"/>
              <a:gd name="connsiteY2-38" fmla="*/ 1952239 h 3980238"/>
              <a:gd name="connsiteX3-39" fmla="*/ 0 w 3256985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5" h="3980238">
                <a:moveTo>
                  <a:pt x="0" y="90956"/>
                </a:moveTo>
                <a:lnTo>
                  <a:pt x="145975" y="0"/>
                </a:lnTo>
                <a:lnTo>
                  <a:pt x="3256985" y="1952239"/>
                </a:lnTo>
                <a:lnTo>
                  <a:pt x="0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4" name="任意多边形: 形状 33"/>
          <p:cNvSpPr/>
          <p:nvPr userDrawn="1">
            <p:custDataLst>
              <p:tags r:id="rId11"/>
            </p:custDataLst>
          </p:nvPr>
        </p:nvSpPr>
        <p:spPr>
          <a:xfrm>
            <a:off x="1" y="1139637"/>
            <a:ext cx="2442278" cy="2984892"/>
          </a:xfrm>
          <a:custGeom>
            <a:avLst/>
            <a:gdLst>
              <a:gd name="connsiteX0" fmla="*/ 145361 w 3256371"/>
              <a:gd name="connsiteY0" fmla="*/ 0 h 3979856"/>
              <a:gd name="connsiteX1" fmla="*/ 3256371 w 3256371"/>
              <a:gd name="connsiteY1" fmla="*/ 1952239 h 3979856"/>
              <a:gd name="connsiteX2" fmla="*/ 0 w 3256371"/>
              <a:gd name="connsiteY2" fmla="*/ 3979856 h 3979856"/>
              <a:gd name="connsiteX3" fmla="*/ 1 w 3256371"/>
              <a:gd name="connsiteY3" fmla="*/ 90574 h 3979856"/>
              <a:gd name="connsiteX4" fmla="*/ 145361 w 3256371"/>
              <a:gd name="connsiteY4" fmla="*/ 0 h 3979856"/>
              <a:gd name="connsiteX0-1" fmla="*/ 386573 w 3497583"/>
              <a:gd name="connsiteY0-2" fmla="*/ 0 h 3980000"/>
              <a:gd name="connsiteX1-3" fmla="*/ 3497583 w 3497583"/>
              <a:gd name="connsiteY1-4" fmla="*/ 1952239 h 3980000"/>
              <a:gd name="connsiteX2-5" fmla="*/ 241212 w 3497583"/>
              <a:gd name="connsiteY2-6" fmla="*/ 3979856 h 3980000"/>
              <a:gd name="connsiteX3-7" fmla="*/ 241212 w 3497583"/>
              <a:gd name="connsiteY3-8" fmla="*/ 2047597 h 3980000"/>
              <a:gd name="connsiteX4-9" fmla="*/ 241213 w 3497583"/>
              <a:gd name="connsiteY4-10" fmla="*/ 90574 h 3980000"/>
              <a:gd name="connsiteX5" fmla="*/ 386573 w 3497583"/>
              <a:gd name="connsiteY5" fmla="*/ 0 h 3980000"/>
              <a:gd name="connsiteX0-11" fmla="*/ 237960 w 3494331"/>
              <a:gd name="connsiteY0-12" fmla="*/ 2047597 h 3980000"/>
              <a:gd name="connsiteX1-13" fmla="*/ 237961 w 3494331"/>
              <a:gd name="connsiteY1-14" fmla="*/ 90574 h 3980000"/>
              <a:gd name="connsiteX2-15" fmla="*/ 383321 w 3494331"/>
              <a:gd name="connsiteY2-16" fmla="*/ 0 h 3980000"/>
              <a:gd name="connsiteX3-17" fmla="*/ 3494331 w 3494331"/>
              <a:gd name="connsiteY3-18" fmla="*/ 1952239 h 3980000"/>
              <a:gd name="connsiteX4-19" fmla="*/ 237960 w 3494331"/>
              <a:gd name="connsiteY4-20" fmla="*/ 3979856 h 3980000"/>
              <a:gd name="connsiteX5-21" fmla="*/ 329400 w 3494331"/>
              <a:gd name="connsiteY5-22" fmla="*/ 2139037 h 3980000"/>
              <a:gd name="connsiteX0-23" fmla="*/ 10767 w 3267138"/>
              <a:gd name="connsiteY0-24" fmla="*/ 2047597 h 3979856"/>
              <a:gd name="connsiteX1-25" fmla="*/ 10768 w 3267138"/>
              <a:gd name="connsiteY1-26" fmla="*/ 90574 h 3979856"/>
              <a:gd name="connsiteX2-27" fmla="*/ 156128 w 3267138"/>
              <a:gd name="connsiteY2-28" fmla="*/ 0 h 3979856"/>
              <a:gd name="connsiteX3-29" fmla="*/ 3267138 w 3267138"/>
              <a:gd name="connsiteY3-30" fmla="*/ 1952239 h 3979856"/>
              <a:gd name="connsiteX4-31" fmla="*/ 10767 w 3267138"/>
              <a:gd name="connsiteY4-32" fmla="*/ 3979856 h 3979856"/>
              <a:gd name="connsiteX0-33" fmla="*/ 1 w 3256371"/>
              <a:gd name="connsiteY0-34" fmla="*/ 90574 h 3979856"/>
              <a:gd name="connsiteX1-35" fmla="*/ 145361 w 3256371"/>
              <a:gd name="connsiteY1-36" fmla="*/ 0 h 3979856"/>
              <a:gd name="connsiteX2-37" fmla="*/ 3256371 w 3256371"/>
              <a:gd name="connsiteY2-38" fmla="*/ 1952239 h 3979856"/>
              <a:gd name="connsiteX3-39" fmla="*/ 0 w 3256371"/>
              <a:gd name="connsiteY3-40" fmla="*/ 3979856 h 39798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371" h="3979856">
                <a:moveTo>
                  <a:pt x="1" y="90574"/>
                </a:moveTo>
                <a:lnTo>
                  <a:pt x="145361" y="0"/>
                </a:lnTo>
                <a:lnTo>
                  <a:pt x="3256371" y="1952239"/>
                </a:lnTo>
                <a:lnTo>
                  <a:pt x="0" y="397985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7" name="任意多边形: 形状 36"/>
          <p:cNvSpPr/>
          <p:nvPr userDrawn="1">
            <p:custDataLst>
              <p:tags r:id="rId12"/>
            </p:custDataLst>
          </p:nvPr>
        </p:nvSpPr>
        <p:spPr>
          <a:xfrm>
            <a:off x="2" y="1315823"/>
            <a:ext cx="2442740" cy="2985179"/>
          </a:xfrm>
          <a:custGeom>
            <a:avLst/>
            <a:gdLst>
              <a:gd name="connsiteX0" fmla="*/ 145976 w 3256986"/>
              <a:gd name="connsiteY0" fmla="*/ 0 h 3980238"/>
              <a:gd name="connsiteX1" fmla="*/ 3256986 w 3256986"/>
              <a:gd name="connsiteY1" fmla="*/ 1952239 h 3980238"/>
              <a:gd name="connsiteX2" fmla="*/ 1 w 3256986"/>
              <a:gd name="connsiteY2" fmla="*/ 3980238 h 3980238"/>
              <a:gd name="connsiteX3" fmla="*/ 0 w 3256986"/>
              <a:gd name="connsiteY3" fmla="*/ 90957 h 3980238"/>
              <a:gd name="connsiteX4" fmla="*/ 145976 w 3256986"/>
              <a:gd name="connsiteY4" fmla="*/ 0 h 3980238"/>
              <a:gd name="connsiteX0-1" fmla="*/ 392052 w 3503062"/>
              <a:gd name="connsiteY0-2" fmla="*/ 0 h 3980314"/>
              <a:gd name="connsiteX1-3" fmla="*/ 3503062 w 3503062"/>
              <a:gd name="connsiteY1-4" fmla="*/ 1952239 h 3980314"/>
              <a:gd name="connsiteX2-5" fmla="*/ 246077 w 3503062"/>
              <a:gd name="connsiteY2-6" fmla="*/ 3980238 h 3980314"/>
              <a:gd name="connsiteX3-7" fmla="*/ 231787 w 3503062"/>
              <a:gd name="connsiteY3-8" fmla="*/ 2022233 h 3980314"/>
              <a:gd name="connsiteX4-9" fmla="*/ 246076 w 3503062"/>
              <a:gd name="connsiteY4-10" fmla="*/ 90957 h 3980314"/>
              <a:gd name="connsiteX5" fmla="*/ 392052 w 3503062"/>
              <a:gd name="connsiteY5" fmla="*/ 0 h 3980314"/>
              <a:gd name="connsiteX0-11" fmla="*/ 228364 w 3499639"/>
              <a:gd name="connsiteY0-12" fmla="*/ 2022233 h 3980314"/>
              <a:gd name="connsiteX1-13" fmla="*/ 242653 w 3499639"/>
              <a:gd name="connsiteY1-14" fmla="*/ 90957 h 3980314"/>
              <a:gd name="connsiteX2-15" fmla="*/ 388629 w 3499639"/>
              <a:gd name="connsiteY2-16" fmla="*/ 0 h 3980314"/>
              <a:gd name="connsiteX3-17" fmla="*/ 3499639 w 3499639"/>
              <a:gd name="connsiteY3-18" fmla="*/ 1952239 h 3980314"/>
              <a:gd name="connsiteX4-19" fmla="*/ 242654 w 3499639"/>
              <a:gd name="connsiteY4-20" fmla="*/ 3980238 h 3980314"/>
              <a:gd name="connsiteX5-21" fmla="*/ 319804 w 3499639"/>
              <a:gd name="connsiteY5-22" fmla="*/ 2113673 h 3980314"/>
              <a:gd name="connsiteX0-23" fmla="*/ 2885 w 3274160"/>
              <a:gd name="connsiteY0-24" fmla="*/ 2022233 h 3980238"/>
              <a:gd name="connsiteX1-25" fmla="*/ 17174 w 3274160"/>
              <a:gd name="connsiteY1-26" fmla="*/ 90957 h 3980238"/>
              <a:gd name="connsiteX2-27" fmla="*/ 163150 w 3274160"/>
              <a:gd name="connsiteY2-28" fmla="*/ 0 h 3980238"/>
              <a:gd name="connsiteX3-29" fmla="*/ 3274160 w 3274160"/>
              <a:gd name="connsiteY3-30" fmla="*/ 1952239 h 3980238"/>
              <a:gd name="connsiteX4-31" fmla="*/ 17175 w 3274160"/>
              <a:gd name="connsiteY4-32" fmla="*/ 3980238 h 3980238"/>
              <a:gd name="connsiteX0-33" fmla="*/ 0 w 3256986"/>
              <a:gd name="connsiteY0-34" fmla="*/ 90957 h 3980238"/>
              <a:gd name="connsiteX1-35" fmla="*/ 145976 w 3256986"/>
              <a:gd name="connsiteY1-36" fmla="*/ 0 h 3980238"/>
              <a:gd name="connsiteX2-37" fmla="*/ 3256986 w 3256986"/>
              <a:gd name="connsiteY2-38" fmla="*/ 1952239 h 3980238"/>
              <a:gd name="connsiteX3-39" fmla="*/ 1 w 3256986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6" h="3980238">
                <a:moveTo>
                  <a:pt x="0" y="90957"/>
                </a:moveTo>
                <a:lnTo>
                  <a:pt x="145976" y="0"/>
                </a:lnTo>
                <a:lnTo>
                  <a:pt x="3256986" y="1952239"/>
                </a:lnTo>
                <a:lnTo>
                  <a:pt x="1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0" name="任意多边形: 形状 39"/>
          <p:cNvSpPr/>
          <p:nvPr userDrawn="1">
            <p:custDataLst>
              <p:tags r:id="rId13"/>
            </p:custDataLst>
          </p:nvPr>
        </p:nvSpPr>
        <p:spPr>
          <a:xfrm>
            <a:off x="2" y="1492295"/>
            <a:ext cx="2442739" cy="2985179"/>
          </a:xfrm>
          <a:custGeom>
            <a:avLst/>
            <a:gdLst>
              <a:gd name="connsiteX0" fmla="*/ 145975 w 3256985"/>
              <a:gd name="connsiteY0" fmla="*/ 0 h 3980238"/>
              <a:gd name="connsiteX1" fmla="*/ 3256985 w 3256985"/>
              <a:gd name="connsiteY1" fmla="*/ 1952239 h 3980238"/>
              <a:gd name="connsiteX2" fmla="*/ 0 w 3256985"/>
              <a:gd name="connsiteY2" fmla="*/ 3980238 h 3980238"/>
              <a:gd name="connsiteX3" fmla="*/ 0 w 3256985"/>
              <a:gd name="connsiteY3" fmla="*/ 90956 h 3980238"/>
              <a:gd name="connsiteX4" fmla="*/ 145975 w 3256985"/>
              <a:gd name="connsiteY4" fmla="*/ 0 h 3980238"/>
              <a:gd name="connsiteX0-1" fmla="*/ 155502 w 3266512"/>
              <a:gd name="connsiteY0-2" fmla="*/ 0 h 3980238"/>
              <a:gd name="connsiteX1-3" fmla="*/ 3266512 w 3266512"/>
              <a:gd name="connsiteY1-4" fmla="*/ 1952239 h 3980238"/>
              <a:gd name="connsiteX2-5" fmla="*/ 9527 w 3266512"/>
              <a:gd name="connsiteY2-6" fmla="*/ 3980238 h 3980238"/>
              <a:gd name="connsiteX3-7" fmla="*/ 0 w 3266512"/>
              <a:gd name="connsiteY3-8" fmla="*/ 1996487 h 3980238"/>
              <a:gd name="connsiteX4-9" fmla="*/ 9527 w 3266512"/>
              <a:gd name="connsiteY4-10" fmla="*/ 90956 h 3980238"/>
              <a:gd name="connsiteX5" fmla="*/ 155502 w 3266512"/>
              <a:gd name="connsiteY5" fmla="*/ 0 h 3980238"/>
              <a:gd name="connsiteX0-11" fmla="*/ 0 w 3266512"/>
              <a:gd name="connsiteY0-12" fmla="*/ 1996487 h 3980238"/>
              <a:gd name="connsiteX1-13" fmla="*/ 9527 w 3266512"/>
              <a:gd name="connsiteY1-14" fmla="*/ 90956 h 3980238"/>
              <a:gd name="connsiteX2-15" fmla="*/ 155502 w 3266512"/>
              <a:gd name="connsiteY2-16" fmla="*/ 0 h 3980238"/>
              <a:gd name="connsiteX3-17" fmla="*/ 3266512 w 3266512"/>
              <a:gd name="connsiteY3-18" fmla="*/ 1952239 h 3980238"/>
              <a:gd name="connsiteX4-19" fmla="*/ 9527 w 3266512"/>
              <a:gd name="connsiteY4-20" fmla="*/ 3980238 h 3980238"/>
              <a:gd name="connsiteX5-21" fmla="*/ 91440 w 3266512"/>
              <a:gd name="connsiteY5-22" fmla="*/ 2087927 h 3980238"/>
              <a:gd name="connsiteX0-23" fmla="*/ 0 w 3266512"/>
              <a:gd name="connsiteY0-24" fmla="*/ 1996487 h 3980238"/>
              <a:gd name="connsiteX1-25" fmla="*/ 9527 w 3266512"/>
              <a:gd name="connsiteY1-26" fmla="*/ 90956 h 3980238"/>
              <a:gd name="connsiteX2-27" fmla="*/ 155502 w 3266512"/>
              <a:gd name="connsiteY2-28" fmla="*/ 0 h 3980238"/>
              <a:gd name="connsiteX3-29" fmla="*/ 3266512 w 3266512"/>
              <a:gd name="connsiteY3-30" fmla="*/ 1952239 h 3980238"/>
              <a:gd name="connsiteX4-31" fmla="*/ 9527 w 3266512"/>
              <a:gd name="connsiteY4-32" fmla="*/ 3980238 h 3980238"/>
              <a:gd name="connsiteX0-33" fmla="*/ 0 w 3256985"/>
              <a:gd name="connsiteY0-34" fmla="*/ 90956 h 3980238"/>
              <a:gd name="connsiteX1-35" fmla="*/ 145975 w 3256985"/>
              <a:gd name="connsiteY1-36" fmla="*/ 0 h 3980238"/>
              <a:gd name="connsiteX2-37" fmla="*/ 3256985 w 3256985"/>
              <a:gd name="connsiteY2-38" fmla="*/ 1952239 h 3980238"/>
              <a:gd name="connsiteX3-39" fmla="*/ 0 w 3256985"/>
              <a:gd name="connsiteY3-40" fmla="*/ 3980238 h 39802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5" h="3980238">
                <a:moveTo>
                  <a:pt x="0" y="90956"/>
                </a:moveTo>
                <a:lnTo>
                  <a:pt x="145975" y="0"/>
                </a:lnTo>
                <a:lnTo>
                  <a:pt x="3256985" y="1952239"/>
                </a:lnTo>
                <a:lnTo>
                  <a:pt x="0" y="398023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3" name="任意多边形: 形状 42"/>
          <p:cNvSpPr/>
          <p:nvPr userDrawn="1">
            <p:custDataLst>
              <p:tags r:id="rId14"/>
            </p:custDataLst>
          </p:nvPr>
        </p:nvSpPr>
        <p:spPr>
          <a:xfrm>
            <a:off x="1" y="1668767"/>
            <a:ext cx="2438587" cy="2982594"/>
          </a:xfrm>
          <a:custGeom>
            <a:avLst/>
            <a:gdLst>
              <a:gd name="connsiteX0" fmla="*/ 140439 w 3251449"/>
              <a:gd name="connsiteY0" fmla="*/ 0 h 3976792"/>
              <a:gd name="connsiteX1" fmla="*/ 3251449 w 3251449"/>
              <a:gd name="connsiteY1" fmla="*/ 1952239 h 3976792"/>
              <a:gd name="connsiteX2" fmla="*/ 0 w 3251449"/>
              <a:gd name="connsiteY2" fmla="*/ 3976792 h 3976792"/>
              <a:gd name="connsiteX3" fmla="*/ 0 w 3251449"/>
              <a:gd name="connsiteY3" fmla="*/ 87507 h 3976792"/>
              <a:gd name="connsiteX4" fmla="*/ 140439 w 3251449"/>
              <a:gd name="connsiteY4" fmla="*/ 0 h 3976792"/>
              <a:gd name="connsiteX0-1" fmla="*/ 140440 w 3251450"/>
              <a:gd name="connsiteY0-2" fmla="*/ 0 h 3976792"/>
              <a:gd name="connsiteX1-3" fmla="*/ 3251450 w 3251450"/>
              <a:gd name="connsiteY1-4" fmla="*/ 1952239 h 3976792"/>
              <a:gd name="connsiteX2-5" fmla="*/ 1 w 3251450"/>
              <a:gd name="connsiteY2-6" fmla="*/ 3976792 h 3976792"/>
              <a:gd name="connsiteX3-7" fmla="*/ 0 w 3251450"/>
              <a:gd name="connsiteY3-8" fmla="*/ 1837391 h 3976792"/>
              <a:gd name="connsiteX4-9" fmla="*/ 1 w 3251450"/>
              <a:gd name="connsiteY4-10" fmla="*/ 87507 h 3976792"/>
              <a:gd name="connsiteX5" fmla="*/ 140440 w 3251450"/>
              <a:gd name="connsiteY5" fmla="*/ 0 h 3976792"/>
              <a:gd name="connsiteX0-11" fmla="*/ 0 w 3251450"/>
              <a:gd name="connsiteY0-12" fmla="*/ 1837391 h 3976792"/>
              <a:gd name="connsiteX1-13" fmla="*/ 1 w 3251450"/>
              <a:gd name="connsiteY1-14" fmla="*/ 87507 h 3976792"/>
              <a:gd name="connsiteX2-15" fmla="*/ 140440 w 3251450"/>
              <a:gd name="connsiteY2-16" fmla="*/ 0 h 3976792"/>
              <a:gd name="connsiteX3-17" fmla="*/ 3251450 w 3251450"/>
              <a:gd name="connsiteY3-18" fmla="*/ 1952239 h 3976792"/>
              <a:gd name="connsiteX4-19" fmla="*/ 1 w 3251450"/>
              <a:gd name="connsiteY4-20" fmla="*/ 3976792 h 3976792"/>
              <a:gd name="connsiteX5-21" fmla="*/ 91440 w 3251450"/>
              <a:gd name="connsiteY5-22" fmla="*/ 1928831 h 3976792"/>
              <a:gd name="connsiteX0-23" fmla="*/ 0 w 3251450"/>
              <a:gd name="connsiteY0-24" fmla="*/ 1837391 h 3976792"/>
              <a:gd name="connsiteX1-25" fmla="*/ 1 w 3251450"/>
              <a:gd name="connsiteY1-26" fmla="*/ 87507 h 3976792"/>
              <a:gd name="connsiteX2-27" fmla="*/ 140440 w 3251450"/>
              <a:gd name="connsiteY2-28" fmla="*/ 0 h 3976792"/>
              <a:gd name="connsiteX3-29" fmla="*/ 3251450 w 3251450"/>
              <a:gd name="connsiteY3-30" fmla="*/ 1952239 h 3976792"/>
              <a:gd name="connsiteX4-31" fmla="*/ 1 w 3251450"/>
              <a:gd name="connsiteY4-32" fmla="*/ 3976792 h 3976792"/>
              <a:gd name="connsiteX0-33" fmla="*/ 0 w 3251449"/>
              <a:gd name="connsiteY0-34" fmla="*/ 87507 h 3976792"/>
              <a:gd name="connsiteX1-35" fmla="*/ 140439 w 3251449"/>
              <a:gd name="connsiteY1-36" fmla="*/ 0 h 3976792"/>
              <a:gd name="connsiteX2-37" fmla="*/ 3251449 w 3251449"/>
              <a:gd name="connsiteY2-38" fmla="*/ 1952239 h 3976792"/>
              <a:gd name="connsiteX3-39" fmla="*/ 0 w 3251449"/>
              <a:gd name="connsiteY3-40" fmla="*/ 3976792 h 39767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1449" h="3976792">
                <a:moveTo>
                  <a:pt x="0" y="87507"/>
                </a:moveTo>
                <a:lnTo>
                  <a:pt x="140439" y="0"/>
                </a:lnTo>
                <a:lnTo>
                  <a:pt x="3251449" y="1952239"/>
                </a:lnTo>
                <a:lnTo>
                  <a:pt x="0" y="397679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6" name="任意多边形: 形状 45"/>
          <p:cNvSpPr/>
          <p:nvPr userDrawn="1">
            <p:custDataLst>
              <p:tags r:id="rId15"/>
            </p:custDataLst>
          </p:nvPr>
        </p:nvSpPr>
        <p:spPr>
          <a:xfrm>
            <a:off x="1" y="1842654"/>
            <a:ext cx="2438126" cy="2982306"/>
          </a:xfrm>
          <a:custGeom>
            <a:avLst/>
            <a:gdLst>
              <a:gd name="connsiteX0" fmla="*/ 139825 w 3250834"/>
              <a:gd name="connsiteY0" fmla="*/ 0 h 3976408"/>
              <a:gd name="connsiteX1" fmla="*/ 3250834 w 3250834"/>
              <a:gd name="connsiteY1" fmla="*/ 1952240 h 3976408"/>
              <a:gd name="connsiteX2" fmla="*/ 0 w 3250834"/>
              <a:gd name="connsiteY2" fmla="*/ 3976408 h 3976408"/>
              <a:gd name="connsiteX3" fmla="*/ 0 w 3250834"/>
              <a:gd name="connsiteY3" fmla="*/ 87124 h 3976408"/>
              <a:gd name="connsiteX4" fmla="*/ 139825 w 3250834"/>
              <a:gd name="connsiteY4" fmla="*/ 0 h 3976408"/>
              <a:gd name="connsiteX0-1" fmla="*/ 149351 w 3260360"/>
              <a:gd name="connsiteY0-2" fmla="*/ 0 h 3976408"/>
              <a:gd name="connsiteX1-3" fmla="*/ 3260360 w 3260360"/>
              <a:gd name="connsiteY1-4" fmla="*/ 1952240 h 3976408"/>
              <a:gd name="connsiteX2-5" fmla="*/ 9526 w 3260360"/>
              <a:gd name="connsiteY2-6" fmla="*/ 3976408 h 3976408"/>
              <a:gd name="connsiteX3-7" fmla="*/ 0 w 3260360"/>
              <a:gd name="connsiteY3-8" fmla="*/ 1743653 h 3976408"/>
              <a:gd name="connsiteX4-9" fmla="*/ 9526 w 3260360"/>
              <a:gd name="connsiteY4-10" fmla="*/ 87124 h 3976408"/>
              <a:gd name="connsiteX5" fmla="*/ 149351 w 3260360"/>
              <a:gd name="connsiteY5" fmla="*/ 0 h 3976408"/>
              <a:gd name="connsiteX0-11" fmla="*/ 0 w 3260360"/>
              <a:gd name="connsiteY0-12" fmla="*/ 1743653 h 3976408"/>
              <a:gd name="connsiteX1-13" fmla="*/ 9526 w 3260360"/>
              <a:gd name="connsiteY1-14" fmla="*/ 87124 h 3976408"/>
              <a:gd name="connsiteX2-15" fmla="*/ 149351 w 3260360"/>
              <a:gd name="connsiteY2-16" fmla="*/ 0 h 3976408"/>
              <a:gd name="connsiteX3-17" fmla="*/ 3260360 w 3260360"/>
              <a:gd name="connsiteY3-18" fmla="*/ 1952240 h 3976408"/>
              <a:gd name="connsiteX4-19" fmla="*/ 9526 w 3260360"/>
              <a:gd name="connsiteY4-20" fmla="*/ 3976408 h 3976408"/>
              <a:gd name="connsiteX5-21" fmla="*/ 91440 w 3260360"/>
              <a:gd name="connsiteY5-22" fmla="*/ 1835093 h 3976408"/>
              <a:gd name="connsiteX0-23" fmla="*/ 0 w 3260360"/>
              <a:gd name="connsiteY0-24" fmla="*/ 1743653 h 3976408"/>
              <a:gd name="connsiteX1-25" fmla="*/ 9526 w 3260360"/>
              <a:gd name="connsiteY1-26" fmla="*/ 87124 h 3976408"/>
              <a:gd name="connsiteX2-27" fmla="*/ 149351 w 3260360"/>
              <a:gd name="connsiteY2-28" fmla="*/ 0 h 3976408"/>
              <a:gd name="connsiteX3-29" fmla="*/ 3260360 w 3260360"/>
              <a:gd name="connsiteY3-30" fmla="*/ 1952240 h 3976408"/>
              <a:gd name="connsiteX4-31" fmla="*/ 9526 w 3260360"/>
              <a:gd name="connsiteY4-32" fmla="*/ 3976408 h 3976408"/>
              <a:gd name="connsiteX0-33" fmla="*/ 0 w 3250834"/>
              <a:gd name="connsiteY0-34" fmla="*/ 87124 h 3976408"/>
              <a:gd name="connsiteX1-35" fmla="*/ 139825 w 3250834"/>
              <a:gd name="connsiteY1-36" fmla="*/ 0 h 3976408"/>
              <a:gd name="connsiteX2-37" fmla="*/ 3250834 w 3250834"/>
              <a:gd name="connsiteY2-38" fmla="*/ 1952240 h 3976408"/>
              <a:gd name="connsiteX3-39" fmla="*/ 0 w 3250834"/>
              <a:gd name="connsiteY3-40" fmla="*/ 3976408 h 39764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0834" h="3976408">
                <a:moveTo>
                  <a:pt x="0" y="87124"/>
                </a:moveTo>
                <a:lnTo>
                  <a:pt x="139825" y="0"/>
                </a:lnTo>
                <a:lnTo>
                  <a:pt x="3250834" y="1952240"/>
                </a:lnTo>
                <a:lnTo>
                  <a:pt x="0" y="3976408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9" name="任意多边形: 形状 48"/>
          <p:cNvSpPr/>
          <p:nvPr userDrawn="1">
            <p:custDataLst>
              <p:tags r:id="rId16"/>
            </p:custDataLst>
          </p:nvPr>
        </p:nvSpPr>
        <p:spPr>
          <a:xfrm>
            <a:off x="1" y="2016254"/>
            <a:ext cx="2442738" cy="2985179"/>
          </a:xfrm>
          <a:custGeom>
            <a:avLst/>
            <a:gdLst>
              <a:gd name="connsiteX0" fmla="*/ 145975 w 3256984"/>
              <a:gd name="connsiteY0" fmla="*/ 0 h 3980239"/>
              <a:gd name="connsiteX1" fmla="*/ 3256984 w 3256984"/>
              <a:gd name="connsiteY1" fmla="*/ 1952240 h 3980239"/>
              <a:gd name="connsiteX2" fmla="*/ 0 w 3256984"/>
              <a:gd name="connsiteY2" fmla="*/ 3980239 h 3980239"/>
              <a:gd name="connsiteX3" fmla="*/ 0 w 3256984"/>
              <a:gd name="connsiteY3" fmla="*/ 90957 h 3980239"/>
              <a:gd name="connsiteX4" fmla="*/ 145975 w 3256984"/>
              <a:gd name="connsiteY4" fmla="*/ 0 h 3980239"/>
              <a:gd name="connsiteX0-1" fmla="*/ 150739 w 3261748"/>
              <a:gd name="connsiteY0-2" fmla="*/ 0 h 3980239"/>
              <a:gd name="connsiteX1-3" fmla="*/ 3261748 w 3261748"/>
              <a:gd name="connsiteY1-4" fmla="*/ 1952240 h 3980239"/>
              <a:gd name="connsiteX2-5" fmla="*/ 4764 w 3261748"/>
              <a:gd name="connsiteY2-6" fmla="*/ 3980239 h 3980239"/>
              <a:gd name="connsiteX3-7" fmla="*/ 0 w 3261748"/>
              <a:gd name="connsiteY3-8" fmla="*/ 1536000 h 3980239"/>
              <a:gd name="connsiteX4-9" fmla="*/ 4764 w 3261748"/>
              <a:gd name="connsiteY4-10" fmla="*/ 90957 h 3980239"/>
              <a:gd name="connsiteX5" fmla="*/ 150739 w 3261748"/>
              <a:gd name="connsiteY5" fmla="*/ 0 h 3980239"/>
              <a:gd name="connsiteX0-11" fmla="*/ 0 w 3261748"/>
              <a:gd name="connsiteY0-12" fmla="*/ 1536000 h 3980239"/>
              <a:gd name="connsiteX1-13" fmla="*/ 4764 w 3261748"/>
              <a:gd name="connsiteY1-14" fmla="*/ 90957 h 3980239"/>
              <a:gd name="connsiteX2-15" fmla="*/ 150739 w 3261748"/>
              <a:gd name="connsiteY2-16" fmla="*/ 0 h 3980239"/>
              <a:gd name="connsiteX3-17" fmla="*/ 3261748 w 3261748"/>
              <a:gd name="connsiteY3-18" fmla="*/ 1952240 h 3980239"/>
              <a:gd name="connsiteX4-19" fmla="*/ 4764 w 3261748"/>
              <a:gd name="connsiteY4-20" fmla="*/ 3980239 h 3980239"/>
              <a:gd name="connsiteX5-21" fmla="*/ 91440 w 3261748"/>
              <a:gd name="connsiteY5-22" fmla="*/ 1627440 h 3980239"/>
              <a:gd name="connsiteX0-23" fmla="*/ 0 w 3261748"/>
              <a:gd name="connsiteY0-24" fmla="*/ 1536000 h 3980239"/>
              <a:gd name="connsiteX1-25" fmla="*/ 4764 w 3261748"/>
              <a:gd name="connsiteY1-26" fmla="*/ 90957 h 3980239"/>
              <a:gd name="connsiteX2-27" fmla="*/ 150739 w 3261748"/>
              <a:gd name="connsiteY2-28" fmla="*/ 0 h 3980239"/>
              <a:gd name="connsiteX3-29" fmla="*/ 3261748 w 3261748"/>
              <a:gd name="connsiteY3-30" fmla="*/ 1952240 h 3980239"/>
              <a:gd name="connsiteX4-31" fmla="*/ 4764 w 3261748"/>
              <a:gd name="connsiteY4-32" fmla="*/ 3980239 h 3980239"/>
              <a:gd name="connsiteX0-33" fmla="*/ 0 w 3256984"/>
              <a:gd name="connsiteY0-34" fmla="*/ 90957 h 3980239"/>
              <a:gd name="connsiteX1-35" fmla="*/ 145975 w 3256984"/>
              <a:gd name="connsiteY1-36" fmla="*/ 0 h 3980239"/>
              <a:gd name="connsiteX2-37" fmla="*/ 3256984 w 3256984"/>
              <a:gd name="connsiteY2-38" fmla="*/ 1952240 h 3980239"/>
              <a:gd name="connsiteX3-39" fmla="*/ 0 w 3256984"/>
              <a:gd name="connsiteY3-40" fmla="*/ 3980239 h 39802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4" h="3980239">
                <a:moveTo>
                  <a:pt x="0" y="90957"/>
                </a:moveTo>
                <a:lnTo>
                  <a:pt x="145975" y="0"/>
                </a:lnTo>
                <a:lnTo>
                  <a:pt x="3256984" y="1952240"/>
                </a:lnTo>
                <a:lnTo>
                  <a:pt x="0" y="3980239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52" name="任意多边形: 形状 51"/>
          <p:cNvSpPr/>
          <p:nvPr userDrawn="1">
            <p:custDataLst>
              <p:tags r:id="rId17"/>
            </p:custDataLst>
          </p:nvPr>
        </p:nvSpPr>
        <p:spPr>
          <a:xfrm>
            <a:off x="2" y="2188073"/>
            <a:ext cx="2442740" cy="2955427"/>
          </a:xfrm>
          <a:custGeom>
            <a:avLst/>
            <a:gdLst>
              <a:gd name="connsiteX0" fmla="*/ 145976 w 3256986"/>
              <a:gd name="connsiteY0" fmla="*/ 0 h 3940569"/>
              <a:gd name="connsiteX1" fmla="*/ 3256986 w 3256986"/>
              <a:gd name="connsiteY1" fmla="*/ 1952239 h 3940569"/>
              <a:gd name="connsiteX2" fmla="*/ 63711 w 3256986"/>
              <a:gd name="connsiteY2" fmla="*/ 3940569 h 3940569"/>
              <a:gd name="connsiteX3" fmla="*/ 1 w 3256986"/>
              <a:gd name="connsiteY3" fmla="*/ 3940569 h 3940569"/>
              <a:gd name="connsiteX4" fmla="*/ 0 w 3256986"/>
              <a:gd name="connsiteY4" fmla="*/ 90957 h 3940569"/>
              <a:gd name="connsiteX5" fmla="*/ 145976 w 3256986"/>
              <a:gd name="connsiteY5" fmla="*/ 0 h 3940569"/>
              <a:gd name="connsiteX0-1" fmla="*/ 1 w 3256986"/>
              <a:gd name="connsiteY0-2" fmla="*/ 3940569 h 4032009"/>
              <a:gd name="connsiteX1-3" fmla="*/ 0 w 3256986"/>
              <a:gd name="connsiteY1-4" fmla="*/ 90957 h 4032009"/>
              <a:gd name="connsiteX2-5" fmla="*/ 145976 w 3256986"/>
              <a:gd name="connsiteY2-6" fmla="*/ 0 h 4032009"/>
              <a:gd name="connsiteX3-7" fmla="*/ 3256986 w 3256986"/>
              <a:gd name="connsiteY3-8" fmla="*/ 1952239 h 4032009"/>
              <a:gd name="connsiteX4-9" fmla="*/ 63711 w 3256986"/>
              <a:gd name="connsiteY4-10" fmla="*/ 3940569 h 4032009"/>
              <a:gd name="connsiteX5-11" fmla="*/ 91441 w 3256986"/>
              <a:gd name="connsiteY5-12" fmla="*/ 4032009 h 4032009"/>
              <a:gd name="connsiteX0-13" fmla="*/ 1 w 3256986"/>
              <a:gd name="connsiteY0-14" fmla="*/ 3940569 h 3940569"/>
              <a:gd name="connsiteX1-15" fmla="*/ 0 w 3256986"/>
              <a:gd name="connsiteY1-16" fmla="*/ 90957 h 3940569"/>
              <a:gd name="connsiteX2-17" fmla="*/ 145976 w 3256986"/>
              <a:gd name="connsiteY2-18" fmla="*/ 0 h 3940569"/>
              <a:gd name="connsiteX3-19" fmla="*/ 3256986 w 3256986"/>
              <a:gd name="connsiteY3-20" fmla="*/ 1952239 h 3940569"/>
              <a:gd name="connsiteX4-21" fmla="*/ 63711 w 3256986"/>
              <a:gd name="connsiteY4-22" fmla="*/ 3940569 h 3940569"/>
              <a:gd name="connsiteX0-23" fmla="*/ 0 w 3256986"/>
              <a:gd name="connsiteY0-24" fmla="*/ 90957 h 3940569"/>
              <a:gd name="connsiteX1-25" fmla="*/ 145976 w 3256986"/>
              <a:gd name="connsiteY1-26" fmla="*/ 0 h 3940569"/>
              <a:gd name="connsiteX2-27" fmla="*/ 3256986 w 3256986"/>
              <a:gd name="connsiteY2-28" fmla="*/ 1952239 h 3940569"/>
              <a:gd name="connsiteX3-29" fmla="*/ 63711 w 3256986"/>
              <a:gd name="connsiteY3-30" fmla="*/ 3940569 h 39405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256986" h="3940569">
                <a:moveTo>
                  <a:pt x="0" y="90957"/>
                </a:moveTo>
                <a:lnTo>
                  <a:pt x="145976" y="0"/>
                </a:lnTo>
                <a:lnTo>
                  <a:pt x="3256986" y="1952239"/>
                </a:lnTo>
                <a:lnTo>
                  <a:pt x="63711" y="3940569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23298" y="2391251"/>
            <a:ext cx="4501039" cy="872966"/>
          </a:xfrm>
        </p:spPr>
        <p:txBody>
          <a:bodyPr wrap="square" anchor="ctr" anchorCtr="0">
            <a:normAutofit/>
          </a:bodyPr>
          <a:lstStyle>
            <a:lvl1pPr algn="r">
              <a:defRPr sz="405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523500" y="3334500"/>
            <a:ext cx="4500900" cy="405000"/>
          </a:xfrm>
        </p:spPr>
        <p:txBody>
          <a:bodyPr wrap="square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3523500" y="1387800"/>
            <a:ext cx="4500900" cy="918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3300"/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3" name="任意多边形: 形状 62"/>
          <p:cNvSpPr/>
          <p:nvPr userDrawn="1">
            <p:custDataLst>
              <p:tags r:id="rId8"/>
            </p:custDataLst>
          </p:nvPr>
        </p:nvSpPr>
        <p:spPr>
          <a:xfrm>
            <a:off x="8803958" y="1438275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9"/>
            </p:custDataLst>
          </p:nvPr>
        </p:nvSpPr>
        <p:spPr>
          <a:xfrm>
            <a:off x="8803958" y="1623060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10"/>
            </p:custDataLst>
          </p:nvPr>
        </p:nvSpPr>
        <p:spPr>
          <a:xfrm>
            <a:off x="8803958" y="2546985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6" name="任意多边形: 形状 65"/>
          <p:cNvSpPr/>
          <p:nvPr userDrawn="1">
            <p:custDataLst>
              <p:tags r:id="rId11"/>
            </p:custDataLst>
          </p:nvPr>
        </p:nvSpPr>
        <p:spPr>
          <a:xfrm>
            <a:off x="8803958" y="2362200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12"/>
            </p:custDataLst>
          </p:nvPr>
        </p:nvSpPr>
        <p:spPr>
          <a:xfrm>
            <a:off x="8803958" y="2177415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8" name="任意多边形: 形状 67"/>
          <p:cNvSpPr/>
          <p:nvPr userDrawn="1">
            <p:custDataLst>
              <p:tags r:id="rId13"/>
            </p:custDataLst>
          </p:nvPr>
        </p:nvSpPr>
        <p:spPr>
          <a:xfrm>
            <a:off x="8803958" y="1992630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14"/>
            </p:custDataLst>
          </p:nvPr>
        </p:nvSpPr>
        <p:spPr>
          <a:xfrm>
            <a:off x="8803958" y="1807845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5"/>
            </p:custDataLst>
          </p:nvPr>
        </p:nvSpPr>
        <p:spPr>
          <a:xfrm>
            <a:off x="8803958" y="2731770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16"/>
            </p:custDataLst>
          </p:nvPr>
        </p:nvSpPr>
        <p:spPr>
          <a:xfrm>
            <a:off x="8803958" y="2916555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7"/>
            </p:custDataLst>
          </p:nvPr>
        </p:nvSpPr>
        <p:spPr>
          <a:xfrm>
            <a:off x="8803958" y="3101340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8"/>
            </p:custDataLst>
          </p:nvPr>
        </p:nvSpPr>
        <p:spPr>
          <a:xfrm>
            <a:off x="8803958" y="3285649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19"/>
            </p:custDataLst>
          </p:nvPr>
        </p:nvSpPr>
        <p:spPr>
          <a:xfrm>
            <a:off x="8803958" y="3470434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20"/>
            </p:custDataLst>
          </p:nvPr>
        </p:nvSpPr>
        <p:spPr>
          <a:xfrm>
            <a:off x="8803958" y="3655219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1"/>
            </p:custDataLst>
          </p:nvPr>
        </p:nvSpPr>
        <p:spPr>
          <a:xfrm>
            <a:off x="8803958" y="3840004"/>
            <a:ext cx="340043" cy="214313"/>
          </a:xfrm>
          <a:custGeom>
            <a:avLst/>
            <a:gdLst>
              <a:gd name="connsiteX0" fmla="*/ 0 w 457200"/>
              <a:gd name="connsiteY0" fmla="*/ 0 h 285750"/>
              <a:gd name="connsiteX1" fmla="*/ 457200 w 4572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285750">
                <a:moveTo>
                  <a:pt x="0" y="0"/>
                </a:moveTo>
                <a:lnTo>
                  <a:pt x="457200" y="28575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22"/>
            </p:custDataLst>
          </p:nvPr>
        </p:nvSpPr>
        <p:spPr>
          <a:xfrm>
            <a:off x="0" y="267617"/>
            <a:ext cx="2575241" cy="3067683"/>
          </a:xfrm>
          <a:custGeom>
            <a:avLst/>
            <a:gdLst>
              <a:gd name="connsiteX0" fmla="*/ 322646 w 3433655"/>
              <a:gd name="connsiteY0" fmla="*/ 0 h 4090244"/>
              <a:gd name="connsiteX1" fmla="*/ 3433655 w 3433655"/>
              <a:gd name="connsiteY1" fmla="*/ 1952239 h 4090244"/>
              <a:gd name="connsiteX2" fmla="*/ 0 w 3433655"/>
              <a:gd name="connsiteY2" fmla="*/ 4090244 h 4090244"/>
              <a:gd name="connsiteX3" fmla="*/ 0 w 3433655"/>
              <a:gd name="connsiteY3" fmla="*/ 201040 h 4090244"/>
              <a:gd name="connsiteX4" fmla="*/ 322646 w 3433655"/>
              <a:gd name="connsiteY4" fmla="*/ 0 h 4090244"/>
              <a:gd name="connsiteX0-1" fmla="*/ 341696 w 3452705"/>
              <a:gd name="connsiteY0-2" fmla="*/ 0 h 4090244"/>
              <a:gd name="connsiteX1-3" fmla="*/ 3452705 w 3452705"/>
              <a:gd name="connsiteY1-4" fmla="*/ 1952239 h 4090244"/>
              <a:gd name="connsiteX2-5" fmla="*/ 19050 w 3452705"/>
              <a:gd name="connsiteY2-6" fmla="*/ 4090244 h 4090244"/>
              <a:gd name="connsiteX3-7" fmla="*/ 0 w 3452705"/>
              <a:gd name="connsiteY3-8" fmla="*/ 2062527 h 4090244"/>
              <a:gd name="connsiteX4-9" fmla="*/ 19050 w 3452705"/>
              <a:gd name="connsiteY4-10" fmla="*/ 201040 h 4090244"/>
              <a:gd name="connsiteX5" fmla="*/ 341696 w 3452705"/>
              <a:gd name="connsiteY5" fmla="*/ 0 h 4090244"/>
              <a:gd name="connsiteX0-11" fmla="*/ 0 w 3452705"/>
              <a:gd name="connsiteY0-12" fmla="*/ 2062527 h 4090244"/>
              <a:gd name="connsiteX1-13" fmla="*/ 19050 w 3452705"/>
              <a:gd name="connsiteY1-14" fmla="*/ 201040 h 4090244"/>
              <a:gd name="connsiteX2-15" fmla="*/ 341696 w 3452705"/>
              <a:gd name="connsiteY2-16" fmla="*/ 0 h 4090244"/>
              <a:gd name="connsiteX3-17" fmla="*/ 3452705 w 3452705"/>
              <a:gd name="connsiteY3-18" fmla="*/ 1952239 h 4090244"/>
              <a:gd name="connsiteX4-19" fmla="*/ 19050 w 3452705"/>
              <a:gd name="connsiteY4-20" fmla="*/ 4090244 h 4090244"/>
              <a:gd name="connsiteX5-21" fmla="*/ 91440 w 3452705"/>
              <a:gd name="connsiteY5-22" fmla="*/ 2153967 h 4090244"/>
              <a:gd name="connsiteX0-23" fmla="*/ 0 w 3452705"/>
              <a:gd name="connsiteY0-24" fmla="*/ 2062527 h 4090244"/>
              <a:gd name="connsiteX1-25" fmla="*/ 19050 w 3452705"/>
              <a:gd name="connsiteY1-26" fmla="*/ 201040 h 4090244"/>
              <a:gd name="connsiteX2-27" fmla="*/ 341696 w 3452705"/>
              <a:gd name="connsiteY2-28" fmla="*/ 0 h 4090244"/>
              <a:gd name="connsiteX3-29" fmla="*/ 3452705 w 3452705"/>
              <a:gd name="connsiteY3-30" fmla="*/ 1952239 h 4090244"/>
              <a:gd name="connsiteX4-31" fmla="*/ 19050 w 3452705"/>
              <a:gd name="connsiteY4-32" fmla="*/ 4090244 h 4090244"/>
              <a:gd name="connsiteX0-33" fmla="*/ 0 w 3433655"/>
              <a:gd name="connsiteY0-34" fmla="*/ 201040 h 4090244"/>
              <a:gd name="connsiteX1-35" fmla="*/ 322646 w 3433655"/>
              <a:gd name="connsiteY1-36" fmla="*/ 0 h 4090244"/>
              <a:gd name="connsiteX2-37" fmla="*/ 3433655 w 3433655"/>
              <a:gd name="connsiteY2-38" fmla="*/ 1952239 h 4090244"/>
              <a:gd name="connsiteX3-39" fmla="*/ 0 w 3433655"/>
              <a:gd name="connsiteY3-40" fmla="*/ 4090244 h 40902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3655" h="4090244">
                <a:moveTo>
                  <a:pt x="0" y="201040"/>
                </a:moveTo>
                <a:lnTo>
                  <a:pt x="322646" y="0"/>
                </a:lnTo>
                <a:lnTo>
                  <a:pt x="3433655" y="1952239"/>
                </a:lnTo>
                <a:lnTo>
                  <a:pt x="0" y="4090244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2" name="任意多边形: 形状 11"/>
          <p:cNvSpPr/>
          <p:nvPr userDrawn="1">
            <p:custDataLst>
              <p:tags r:id="rId23"/>
            </p:custDataLst>
          </p:nvPr>
        </p:nvSpPr>
        <p:spPr>
          <a:xfrm>
            <a:off x="0" y="442079"/>
            <a:ext cx="2578471" cy="3069694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36476 w 3447486"/>
              <a:gd name="connsiteY0-2" fmla="*/ 0 h 4092925"/>
              <a:gd name="connsiteX1-3" fmla="*/ 3447486 w 3447486"/>
              <a:gd name="connsiteY1-4" fmla="*/ 1952239 h 4092925"/>
              <a:gd name="connsiteX2-5" fmla="*/ 9525 w 3447486"/>
              <a:gd name="connsiteY2-6" fmla="*/ 4092925 h 4092925"/>
              <a:gd name="connsiteX3-7" fmla="*/ 0 w 3447486"/>
              <a:gd name="connsiteY3-8" fmla="*/ 1972787 h 4092925"/>
              <a:gd name="connsiteX4-9" fmla="*/ 9525 w 3447486"/>
              <a:gd name="connsiteY4-10" fmla="*/ 203723 h 4092925"/>
              <a:gd name="connsiteX5" fmla="*/ 336476 w 3447486"/>
              <a:gd name="connsiteY5" fmla="*/ 0 h 4092925"/>
              <a:gd name="connsiteX0-11" fmla="*/ 0 w 3447486"/>
              <a:gd name="connsiteY0-12" fmla="*/ 1972787 h 4092925"/>
              <a:gd name="connsiteX1-13" fmla="*/ 9525 w 3447486"/>
              <a:gd name="connsiteY1-14" fmla="*/ 203723 h 4092925"/>
              <a:gd name="connsiteX2-15" fmla="*/ 336476 w 3447486"/>
              <a:gd name="connsiteY2-16" fmla="*/ 0 h 4092925"/>
              <a:gd name="connsiteX3-17" fmla="*/ 3447486 w 3447486"/>
              <a:gd name="connsiteY3-18" fmla="*/ 1952239 h 4092925"/>
              <a:gd name="connsiteX4-19" fmla="*/ 9525 w 3447486"/>
              <a:gd name="connsiteY4-20" fmla="*/ 4092925 h 4092925"/>
              <a:gd name="connsiteX5-21" fmla="*/ 91440 w 3447486"/>
              <a:gd name="connsiteY5-22" fmla="*/ 2064227 h 4092925"/>
              <a:gd name="connsiteX0-23" fmla="*/ 0 w 3447486"/>
              <a:gd name="connsiteY0-24" fmla="*/ 1972787 h 4092925"/>
              <a:gd name="connsiteX1-25" fmla="*/ 9525 w 3447486"/>
              <a:gd name="connsiteY1-26" fmla="*/ 203723 h 4092925"/>
              <a:gd name="connsiteX2-27" fmla="*/ 336476 w 3447486"/>
              <a:gd name="connsiteY2-28" fmla="*/ 0 h 4092925"/>
              <a:gd name="connsiteX3-29" fmla="*/ 3447486 w 3447486"/>
              <a:gd name="connsiteY3-30" fmla="*/ 1952239 h 4092925"/>
              <a:gd name="connsiteX4-31" fmla="*/ 9525 w 3447486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5" name="任意多边形: 形状 14"/>
          <p:cNvSpPr/>
          <p:nvPr userDrawn="1">
            <p:custDataLst>
              <p:tags r:id="rId24"/>
            </p:custDataLst>
          </p:nvPr>
        </p:nvSpPr>
        <p:spPr>
          <a:xfrm>
            <a:off x="1" y="618551"/>
            <a:ext cx="2574780" cy="3067396"/>
          </a:xfrm>
          <a:custGeom>
            <a:avLst/>
            <a:gdLst>
              <a:gd name="connsiteX0" fmla="*/ 322030 w 3433040"/>
              <a:gd name="connsiteY0" fmla="*/ 0 h 4089861"/>
              <a:gd name="connsiteX1" fmla="*/ 3433040 w 3433040"/>
              <a:gd name="connsiteY1" fmla="*/ 1952239 h 4089861"/>
              <a:gd name="connsiteX2" fmla="*/ 0 w 3433040"/>
              <a:gd name="connsiteY2" fmla="*/ 4089861 h 4089861"/>
              <a:gd name="connsiteX3" fmla="*/ 1 w 3433040"/>
              <a:gd name="connsiteY3" fmla="*/ 200656 h 4089861"/>
              <a:gd name="connsiteX4" fmla="*/ 322030 w 3433040"/>
              <a:gd name="connsiteY4" fmla="*/ 0 h 4089861"/>
              <a:gd name="connsiteX0-1" fmla="*/ 576329 w 3687339"/>
              <a:gd name="connsiteY0-2" fmla="*/ 0 h 4090573"/>
              <a:gd name="connsiteX1-3" fmla="*/ 3687339 w 3687339"/>
              <a:gd name="connsiteY1-4" fmla="*/ 1952239 h 4090573"/>
              <a:gd name="connsiteX2-5" fmla="*/ 254299 w 3687339"/>
              <a:gd name="connsiteY2-6" fmla="*/ 4089861 h 4090573"/>
              <a:gd name="connsiteX3-7" fmla="*/ 254298 w 3687339"/>
              <a:gd name="connsiteY3-8" fmla="*/ 2166116 h 4090573"/>
              <a:gd name="connsiteX4-9" fmla="*/ 254300 w 3687339"/>
              <a:gd name="connsiteY4-10" fmla="*/ 200656 h 4090573"/>
              <a:gd name="connsiteX5" fmla="*/ 576329 w 3687339"/>
              <a:gd name="connsiteY5" fmla="*/ 0 h 4090573"/>
              <a:gd name="connsiteX0-11" fmla="*/ 251040 w 3684081"/>
              <a:gd name="connsiteY0-12" fmla="*/ 2166116 h 4090573"/>
              <a:gd name="connsiteX1-13" fmla="*/ 251042 w 3684081"/>
              <a:gd name="connsiteY1-14" fmla="*/ 200656 h 4090573"/>
              <a:gd name="connsiteX2-15" fmla="*/ 573071 w 3684081"/>
              <a:gd name="connsiteY2-16" fmla="*/ 0 h 4090573"/>
              <a:gd name="connsiteX3-17" fmla="*/ 3684081 w 3684081"/>
              <a:gd name="connsiteY3-18" fmla="*/ 1952239 h 4090573"/>
              <a:gd name="connsiteX4-19" fmla="*/ 251041 w 3684081"/>
              <a:gd name="connsiteY4-20" fmla="*/ 4089861 h 4090573"/>
              <a:gd name="connsiteX5-21" fmla="*/ 342480 w 3684081"/>
              <a:gd name="connsiteY5-22" fmla="*/ 2257556 h 4090573"/>
              <a:gd name="connsiteX0-23" fmla="*/ 23853 w 3456894"/>
              <a:gd name="connsiteY0-24" fmla="*/ 2166116 h 4089861"/>
              <a:gd name="connsiteX1-25" fmla="*/ 23855 w 3456894"/>
              <a:gd name="connsiteY1-26" fmla="*/ 200656 h 4089861"/>
              <a:gd name="connsiteX2-27" fmla="*/ 345884 w 3456894"/>
              <a:gd name="connsiteY2-28" fmla="*/ 0 h 4089861"/>
              <a:gd name="connsiteX3-29" fmla="*/ 3456894 w 3456894"/>
              <a:gd name="connsiteY3-30" fmla="*/ 1952239 h 4089861"/>
              <a:gd name="connsiteX4-31" fmla="*/ 23854 w 3456894"/>
              <a:gd name="connsiteY4-32" fmla="*/ 4089861 h 4089861"/>
              <a:gd name="connsiteX0-33" fmla="*/ 1 w 3433040"/>
              <a:gd name="connsiteY0-34" fmla="*/ 200656 h 4089861"/>
              <a:gd name="connsiteX1-35" fmla="*/ 322030 w 3433040"/>
              <a:gd name="connsiteY1-36" fmla="*/ 0 h 4089861"/>
              <a:gd name="connsiteX2-37" fmla="*/ 3433040 w 3433040"/>
              <a:gd name="connsiteY2-38" fmla="*/ 1952239 h 4089861"/>
              <a:gd name="connsiteX3-39" fmla="*/ 0 w 3433040"/>
              <a:gd name="connsiteY3-40" fmla="*/ 4089861 h 40898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3040" h="4089861">
                <a:moveTo>
                  <a:pt x="1" y="200656"/>
                </a:moveTo>
                <a:lnTo>
                  <a:pt x="322030" y="0"/>
                </a:lnTo>
                <a:lnTo>
                  <a:pt x="3433040" y="1952239"/>
                </a:lnTo>
                <a:lnTo>
                  <a:pt x="0" y="4089861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8" name="任意多边形: 形状 17"/>
          <p:cNvSpPr/>
          <p:nvPr userDrawn="1">
            <p:custDataLst>
              <p:tags r:id="rId25"/>
            </p:custDataLst>
          </p:nvPr>
        </p:nvSpPr>
        <p:spPr>
          <a:xfrm>
            <a:off x="1" y="792725"/>
            <a:ext cx="2568783" cy="3063662"/>
          </a:xfrm>
          <a:custGeom>
            <a:avLst/>
            <a:gdLst>
              <a:gd name="connsiteX0" fmla="*/ 314034 w 3425044"/>
              <a:gd name="connsiteY0" fmla="*/ 0 h 4084882"/>
              <a:gd name="connsiteX1" fmla="*/ 3425044 w 3425044"/>
              <a:gd name="connsiteY1" fmla="*/ 1952239 h 4084882"/>
              <a:gd name="connsiteX2" fmla="*/ 0 w 3425044"/>
              <a:gd name="connsiteY2" fmla="*/ 4084882 h 4084882"/>
              <a:gd name="connsiteX3" fmla="*/ 1 w 3425044"/>
              <a:gd name="connsiteY3" fmla="*/ 195673 h 4084882"/>
              <a:gd name="connsiteX4" fmla="*/ 314034 w 3425044"/>
              <a:gd name="connsiteY4" fmla="*/ 0 h 4084882"/>
              <a:gd name="connsiteX0-1" fmla="*/ 574186 w 3685196"/>
              <a:gd name="connsiteY0-2" fmla="*/ 0 h 4085236"/>
              <a:gd name="connsiteX1-3" fmla="*/ 3685196 w 3685196"/>
              <a:gd name="connsiteY1-4" fmla="*/ 1952239 h 4085236"/>
              <a:gd name="connsiteX2-5" fmla="*/ 260152 w 3685196"/>
              <a:gd name="connsiteY2-6" fmla="*/ 4084882 h 4085236"/>
              <a:gd name="connsiteX3-7" fmla="*/ 241102 w 3685196"/>
              <a:gd name="connsiteY3-8" fmla="*/ 2105334 h 4085236"/>
              <a:gd name="connsiteX4-9" fmla="*/ 260153 w 3685196"/>
              <a:gd name="connsiteY4-10" fmla="*/ 195673 h 4085236"/>
              <a:gd name="connsiteX5" fmla="*/ 574186 w 3685196"/>
              <a:gd name="connsiteY5" fmla="*/ 0 h 4085236"/>
              <a:gd name="connsiteX0-11" fmla="*/ 237625 w 3681719"/>
              <a:gd name="connsiteY0-12" fmla="*/ 2105334 h 4085236"/>
              <a:gd name="connsiteX1-13" fmla="*/ 256676 w 3681719"/>
              <a:gd name="connsiteY1-14" fmla="*/ 195673 h 4085236"/>
              <a:gd name="connsiteX2-15" fmla="*/ 570709 w 3681719"/>
              <a:gd name="connsiteY2-16" fmla="*/ 0 h 4085236"/>
              <a:gd name="connsiteX3-17" fmla="*/ 3681719 w 3681719"/>
              <a:gd name="connsiteY3-18" fmla="*/ 1952239 h 4085236"/>
              <a:gd name="connsiteX4-19" fmla="*/ 256675 w 3681719"/>
              <a:gd name="connsiteY4-20" fmla="*/ 4084882 h 4085236"/>
              <a:gd name="connsiteX5-21" fmla="*/ 329065 w 3681719"/>
              <a:gd name="connsiteY5-22" fmla="*/ 2196774 h 4085236"/>
              <a:gd name="connsiteX0-23" fmla="*/ 11755 w 3455849"/>
              <a:gd name="connsiteY0-24" fmla="*/ 2105334 h 4084882"/>
              <a:gd name="connsiteX1-25" fmla="*/ 30806 w 3455849"/>
              <a:gd name="connsiteY1-26" fmla="*/ 195673 h 4084882"/>
              <a:gd name="connsiteX2-27" fmla="*/ 344839 w 3455849"/>
              <a:gd name="connsiteY2-28" fmla="*/ 0 h 4084882"/>
              <a:gd name="connsiteX3-29" fmla="*/ 3455849 w 3455849"/>
              <a:gd name="connsiteY3-30" fmla="*/ 1952239 h 4084882"/>
              <a:gd name="connsiteX4-31" fmla="*/ 30805 w 3455849"/>
              <a:gd name="connsiteY4-32" fmla="*/ 4084882 h 4084882"/>
              <a:gd name="connsiteX0-33" fmla="*/ 1 w 3425044"/>
              <a:gd name="connsiteY0-34" fmla="*/ 195673 h 4084882"/>
              <a:gd name="connsiteX1-35" fmla="*/ 314034 w 3425044"/>
              <a:gd name="connsiteY1-36" fmla="*/ 0 h 4084882"/>
              <a:gd name="connsiteX2-37" fmla="*/ 3425044 w 3425044"/>
              <a:gd name="connsiteY2-38" fmla="*/ 1952239 h 4084882"/>
              <a:gd name="connsiteX3-39" fmla="*/ 0 w 3425044"/>
              <a:gd name="connsiteY3-40" fmla="*/ 4084882 h 40848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25044" h="4084882">
                <a:moveTo>
                  <a:pt x="1" y="195673"/>
                </a:moveTo>
                <a:lnTo>
                  <a:pt x="314034" y="0"/>
                </a:lnTo>
                <a:lnTo>
                  <a:pt x="3425044" y="1952239"/>
                </a:lnTo>
                <a:lnTo>
                  <a:pt x="0" y="408488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1" name="任意多边形: 形状 20"/>
          <p:cNvSpPr/>
          <p:nvPr userDrawn="1">
            <p:custDataLst>
              <p:tags r:id="rId26"/>
            </p:custDataLst>
          </p:nvPr>
        </p:nvSpPr>
        <p:spPr>
          <a:xfrm>
            <a:off x="0" y="963164"/>
            <a:ext cx="2578471" cy="3069694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46001 w 3457011"/>
              <a:gd name="connsiteY0-2" fmla="*/ 0 h 4092925"/>
              <a:gd name="connsiteX1-3" fmla="*/ 3457011 w 3457011"/>
              <a:gd name="connsiteY1-4" fmla="*/ 1952239 h 4092925"/>
              <a:gd name="connsiteX2-5" fmla="*/ 19050 w 3457011"/>
              <a:gd name="connsiteY2-6" fmla="*/ 4092925 h 4092925"/>
              <a:gd name="connsiteX3-7" fmla="*/ 0 w 3457011"/>
              <a:gd name="connsiteY3-8" fmla="*/ 2106681 h 4092925"/>
              <a:gd name="connsiteX4-9" fmla="*/ 19050 w 3457011"/>
              <a:gd name="connsiteY4-10" fmla="*/ 203723 h 4092925"/>
              <a:gd name="connsiteX5" fmla="*/ 346001 w 3457011"/>
              <a:gd name="connsiteY5" fmla="*/ 0 h 4092925"/>
              <a:gd name="connsiteX0-11" fmla="*/ 0 w 3457011"/>
              <a:gd name="connsiteY0-12" fmla="*/ 2106681 h 4092925"/>
              <a:gd name="connsiteX1-13" fmla="*/ 19050 w 3457011"/>
              <a:gd name="connsiteY1-14" fmla="*/ 203723 h 4092925"/>
              <a:gd name="connsiteX2-15" fmla="*/ 346001 w 3457011"/>
              <a:gd name="connsiteY2-16" fmla="*/ 0 h 4092925"/>
              <a:gd name="connsiteX3-17" fmla="*/ 3457011 w 3457011"/>
              <a:gd name="connsiteY3-18" fmla="*/ 1952239 h 4092925"/>
              <a:gd name="connsiteX4-19" fmla="*/ 19050 w 3457011"/>
              <a:gd name="connsiteY4-20" fmla="*/ 4092925 h 4092925"/>
              <a:gd name="connsiteX5-21" fmla="*/ 91440 w 3457011"/>
              <a:gd name="connsiteY5-22" fmla="*/ 2198121 h 4092925"/>
              <a:gd name="connsiteX0-23" fmla="*/ 0 w 3457011"/>
              <a:gd name="connsiteY0-24" fmla="*/ 2106681 h 4092925"/>
              <a:gd name="connsiteX1-25" fmla="*/ 19050 w 3457011"/>
              <a:gd name="connsiteY1-26" fmla="*/ 203723 h 4092925"/>
              <a:gd name="connsiteX2-27" fmla="*/ 346001 w 3457011"/>
              <a:gd name="connsiteY2-28" fmla="*/ 0 h 4092925"/>
              <a:gd name="connsiteX3-29" fmla="*/ 3457011 w 3457011"/>
              <a:gd name="connsiteY3-30" fmla="*/ 1952239 h 4092925"/>
              <a:gd name="connsiteX4-31" fmla="*/ 19050 w 3457011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7" name="任意多边形: 形状 26"/>
          <p:cNvSpPr/>
          <p:nvPr userDrawn="1">
            <p:custDataLst>
              <p:tags r:id="rId27"/>
            </p:custDataLst>
          </p:nvPr>
        </p:nvSpPr>
        <p:spPr>
          <a:xfrm>
            <a:off x="1" y="1139636"/>
            <a:ext cx="2578009" cy="3069407"/>
          </a:xfrm>
          <a:custGeom>
            <a:avLst/>
            <a:gdLst>
              <a:gd name="connsiteX0" fmla="*/ 326336 w 3437345"/>
              <a:gd name="connsiteY0" fmla="*/ 0 h 4092542"/>
              <a:gd name="connsiteX1" fmla="*/ 3437345 w 3437345"/>
              <a:gd name="connsiteY1" fmla="*/ 1952239 h 4092542"/>
              <a:gd name="connsiteX2" fmla="*/ 0 w 3437345"/>
              <a:gd name="connsiteY2" fmla="*/ 4092542 h 4092542"/>
              <a:gd name="connsiteX3" fmla="*/ 0 w 3437345"/>
              <a:gd name="connsiteY3" fmla="*/ 203339 h 4092542"/>
              <a:gd name="connsiteX4" fmla="*/ 326336 w 3437345"/>
              <a:gd name="connsiteY4" fmla="*/ 0 h 4092542"/>
              <a:gd name="connsiteX0-1" fmla="*/ 345387 w 3456396"/>
              <a:gd name="connsiteY0-2" fmla="*/ 0 h 4092542"/>
              <a:gd name="connsiteX1-3" fmla="*/ 3456396 w 3456396"/>
              <a:gd name="connsiteY1-4" fmla="*/ 1952239 h 4092542"/>
              <a:gd name="connsiteX2-5" fmla="*/ 19051 w 3456396"/>
              <a:gd name="connsiteY2-6" fmla="*/ 4092542 h 4092542"/>
              <a:gd name="connsiteX3-7" fmla="*/ 0 w 3456396"/>
              <a:gd name="connsiteY3-8" fmla="*/ 2090460 h 4092542"/>
              <a:gd name="connsiteX4-9" fmla="*/ 19051 w 3456396"/>
              <a:gd name="connsiteY4-10" fmla="*/ 203339 h 4092542"/>
              <a:gd name="connsiteX5" fmla="*/ 345387 w 3456396"/>
              <a:gd name="connsiteY5" fmla="*/ 0 h 4092542"/>
              <a:gd name="connsiteX0-11" fmla="*/ 326337 w 3437346"/>
              <a:gd name="connsiteY0-12" fmla="*/ 0 h 4092542"/>
              <a:gd name="connsiteX1-13" fmla="*/ 3437346 w 3437346"/>
              <a:gd name="connsiteY1-14" fmla="*/ 1952239 h 4092542"/>
              <a:gd name="connsiteX2-15" fmla="*/ 1 w 3437346"/>
              <a:gd name="connsiteY2-16" fmla="*/ 4092542 h 4092542"/>
              <a:gd name="connsiteX3-17" fmla="*/ 0 w 3437346"/>
              <a:gd name="connsiteY3-18" fmla="*/ 2138085 h 4092542"/>
              <a:gd name="connsiteX4-19" fmla="*/ 1 w 3437346"/>
              <a:gd name="connsiteY4-20" fmla="*/ 203339 h 4092542"/>
              <a:gd name="connsiteX5-21" fmla="*/ 326337 w 3437346"/>
              <a:gd name="connsiteY5-22" fmla="*/ 0 h 4092542"/>
              <a:gd name="connsiteX0-23" fmla="*/ 0 w 3437346"/>
              <a:gd name="connsiteY0-24" fmla="*/ 2138085 h 4092542"/>
              <a:gd name="connsiteX1-25" fmla="*/ 1 w 3437346"/>
              <a:gd name="connsiteY1-26" fmla="*/ 203339 h 4092542"/>
              <a:gd name="connsiteX2-27" fmla="*/ 326337 w 3437346"/>
              <a:gd name="connsiteY2-28" fmla="*/ 0 h 4092542"/>
              <a:gd name="connsiteX3-29" fmla="*/ 3437346 w 3437346"/>
              <a:gd name="connsiteY3-30" fmla="*/ 1952239 h 4092542"/>
              <a:gd name="connsiteX4-31" fmla="*/ 1 w 3437346"/>
              <a:gd name="connsiteY4-32" fmla="*/ 4092542 h 4092542"/>
              <a:gd name="connsiteX5-33" fmla="*/ 91440 w 3437346"/>
              <a:gd name="connsiteY5-34" fmla="*/ 2229525 h 4092542"/>
              <a:gd name="connsiteX0-35" fmla="*/ 0 w 3437346"/>
              <a:gd name="connsiteY0-36" fmla="*/ 2138085 h 4092542"/>
              <a:gd name="connsiteX1-37" fmla="*/ 1 w 3437346"/>
              <a:gd name="connsiteY1-38" fmla="*/ 203339 h 4092542"/>
              <a:gd name="connsiteX2-39" fmla="*/ 326337 w 3437346"/>
              <a:gd name="connsiteY2-40" fmla="*/ 0 h 4092542"/>
              <a:gd name="connsiteX3-41" fmla="*/ 3437346 w 3437346"/>
              <a:gd name="connsiteY3-42" fmla="*/ 1952239 h 4092542"/>
              <a:gd name="connsiteX4-43" fmla="*/ 1 w 3437346"/>
              <a:gd name="connsiteY4-44" fmla="*/ 4092542 h 4092542"/>
              <a:gd name="connsiteX0-45" fmla="*/ 0 w 3437345"/>
              <a:gd name="connsiteY0-46" fmla="*/ 203339 h 4092542"/>
              <a:gd name="connsiteX1-47" fmla="*/ 326336 w 3437345"/>
              <a:gd name="connsiteY1-48" fmla="*/ 0 h 4092542"/>
              <a:gd name="connsiteX2-49" fmla="*/ 3437345 w 3437345"/>
              <a:gd name="connsiteY2-50" fmla="*/ 1952239 h 4092542"/>
              <a:gd name="connsiteX3-51" fmla="*/ 0 w 3437345"/>
              <a:gd name="connsiteY3-52" fmla="*/ 4092542 h 40925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345" h="4092542">
                <a:moveTo>
                  <a:pt x="0" y="203339"/>
                </a:moveTo>
                <a:lnTo>
                  <a:pt x="326336" y="0"/>
                </a:lnTo>
                <a:lnTo>
                  <a:pt x="3437345" y="1952239"/>
                </a:lnTo>
                <a:lnTo>
                  <a:pt x="0" y="409254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9" name="任意多边形: 形状 38"/>
          <p:cNvSpPr/>
          <p:nvPr userDrawn="1">
            <p:custDataLst>
              <p:tags r:id="rId28"/>
            </p:custDataLst>
          </p:nvPr>
        </p:nvSpPr>
        <p:spPr>
          <a:xfrm>
            <a:off x="0" y="1315821"/>
            <a:ext cx="2578471" cy="3069694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26951 w 3437961"/>
              <a:gd name="connsiteY0-2" fmla="*/ 0 h 4092925"/>
              <a:gd name="connsiteX1-3" fmla="*/ 3437961 w 3437961"/>
              <a:gd name="connsiteY1-4" fmla="*/ 1952239 h 4092925"/>
              <a:gd name="connsiteX2-5" fmla="*/ 0 w 3437961"/>
              <a:gd name="connsiteY2-6" fmla="*/ 4092925 h 4092925"/>
              <a:gd name="connsiteX3-7" fmla="*/ 0 w 3437961"/>
              <a:gd name="connsiteY3-8" fmla="*/ 2065097 h 4092925"/>
              <a:gd name="connsiteX4-9" fmla="*/ 0 w 3437961"/>
              <a:gd name="connsiteY4-10" fmla="*/ 203723 h 4092925"/>
              <a:gd name="connsiteX5" fmla="*/ 326951 w 3437961"/>
              <a:gd name="connsiteY5" fmla="*/ 0 h 4092925"/>
              <a:gd name="connsiteX0-11" fmla="*/ 0 w 3437961"/>
              <a:gd name="connsiteY0-12" fmla="*/ 2065097 h 4092925"/>
              <a:gd name="connsiteX1-13" fmla="*/ 0 w 3437961"/>
              <a:gd name="connsiteY1-14" fmla="*/ 203723 h 4092925"/>
              <a:gd name="connsiteX2-15" fmla="*/ 326951 w 3437961"/>
              <a:gd name="connsiteY2-16" fmla="*/ 0 h 4092925"/>
              <a:gd name="connsiteX3-17" fmla="*/ 3437961 w 3437961"/>
              <a:gd name="connsiteY3-18" fmla="*/ 1952239 h 4092925"/>
              <a:gd name="connsiteX4-19" fmla="*/ 0 w 3437961"/>
              <a:gd name="connsiteY4-20" fmla="*/ 4092925 h 4092925"/>
              <a:gd name="connsiteX5-21" fmla="*/ 91440 w 3437961"/>
              <a:gd name="connsiteY5-22" fmla="*/ 2156537 h 4092925"/>
              <a:gd name="connsiteX0-23" fmla="*/ 0 w 3437961"/>
              <a:gd name="connsiteY0-24" fmla="*/ 2065097 h 4092925"/>
              <a:gd name="connsiteX1-25" fmla="*/ 0 w 3437961"/>
              <a:gd name="connsiteY1-26" fmla="*/ 203723 h 4092925"/>
              <a:gd name="connsiteX2-27" fmla="*/ 326951 w 3437961"/>
              <a:gd name="connsiteY2-28" fmla="*/ 0 h 4092925"/>
              <a:gd name="connsiteX3-29" fmla="*/ 3437961 w 3437961"/>
              <a:gd name="connsiteY3-30" fmla="*/ 1952239 h 4092925"/>
              <a:gd name="connsiteX4-31" fmla="*/ 0 w 3437961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4" name="任意多边形: 形状 43"/>
          <p:cNvSpPr/>
          <p:nvPr userDrawn="1">
            <p:custDataLst>
              <p:tags r:id="rId29"/>
            </p:custDataLst>
          </p:nvPr>
        </p:nvSpPr>
        <p:spPr>
          <a:xfrm>
            <a:off x="0" y="1492293"/>
            <a:ext cx="2578471" cy="3069694"/>
          </a:xfrm>
          <a:custGeom>
            <a:avLst/>
            <a:gdLst>
              <a:gd name="connsiteX0" fmla="*/ 326951 w 3437961"/>
              <a:gd name="connsiteY0" fmla="*/ 0 h 4092925"/>
              <a:gd name="connsiteX1" fmla="*/ 3437961 w 3437961"/>
              <a:gd name="connsiteY1" fmla="*/ 1952239 h 4092925"/>
              <a:gd name="connsiteX2" fmla="*/ 0 w 3437961"/>
              <a:gd name="connsiteY2" fmla="*/ 4092925 h 4092925"/>
              <a:gd name="connsiteX3" fmla="*/ 0 w 3437961"/>
              <a:gd name="connsiteY3" fmla="*/ 203723 h 4092925"/>
              <a:gd name="connsiteX4" fmla="*/ 326951 w 3437961"/>
              <a:gd name="connsiteY4" fmla="*/ 0 h 4092925"/>
              <a:gd name="connsiteX0-1" fmla="*/ 336476 w 3447486"/>
              <a:gd name="connsiteY0-2" fmla="*/ 0 h 4092925"/>
              <a:gd name="connsiteX1-3" fmla="*/ 3447486 w 3447486"/>
              <a:gd name="connsiteY1-4" fmla="*/ 1952239 h 4092925"/>
              <a:gd name="connsiteX2-5" fmla="*/ 9525 w 3447486"/>
              <a:gd name="connsiteY2-6" fmla="*/ 4092925 h 4092925"/>
              <a:gd name="connsiteX3-7" fmla="*/ 0 w 3447486"/>
              <a:gd name="connsiteY3-8" fmla="*/ 2058401 h 4092925"/>
              <a:gd name="connsiteX4-9" fmla="*/ 9525 w 3447486"/>
              <a:gd name="connsiteY4-10" fmla="*/ 203723 h 4092925"/>
              <a:gd name="connsiteX5" fmla="*/ 336476 w 3447486"/>
              <a:gd name="connsiteY5" fmla="*/ 0 h 4092925"/>
              <a:gd name="connsiteX0-11" fmla="*/ 0 w 3447486"/>
              <a:gd name="connsiteY0-12" fmla="*/ 2058401 h 4092925"/>
              <a:gd name="connsiteX1-13" fmla="*/ 9525 w 3447486"/>
              <a:gd name="connsiteY1-14" fmla="*/ 203723 h 4092925"/>
              <a:gd name="connsiteX2-15" fmla="*/ 336476 w 3447486"/>
              <a:gd name="connsiteY2-16" fmla="*/ 0 h 4092925"/>
              <a:gd name="connsiteX3-17" fmla="*/ 3447486 w 3447486"/>
              <a:gd name="connsiteY3-18" fmla="*/ 1952239 h 4092925"/>
              <a:gd name="connsiteX4-19" fmla="*/ 9525 w 3447486"/>
              <a:gd name="connsiteY4-20" fmla="*/ 4092925 h 4092925"/>
              <a:gd name="connsiteX5-21" fmla="*/ 91440 w 3447486"/>
              <a:gd name="connsiteY5-22" fmla="*/ 2149841 h 4092925"/>
              <a:gd name="connsiteX0-23" fmla="*/ 0 w 3447486"/>
              <a:gd name="connsiteY0-24" fmla="*/ 2058401 h 4092925"/>
              <a:gd name="connsiteX1-25" fmla="*/ 9525 w 3447486"/>
              <a:gd name="connsiteY1-26" fmla="*/ 203723 h 4092925"/>
              <a:gd name="connsiteX2-27" fmla="*/ 336476 w 3447486"/>
              <a:gd name="connsiteY2-28" fmla="*/ 0 h 4092925"/>
              <a:gd name="connsiteX3-29" fmla="*/ 3447486 w 3447486"/>
              <a:gd name="connsiteY3-30" fmla="*/ 1952239 h 4092925"/>
              <a:gd name="connsiteX4-31" fmla="*/ 9525 w 3447486"/>
              <a:gd name="connsiteY4-32" fmla="*/ 4092925 h 4092925"/>
              <a:gd name="connsiteX0-33" fmla="*/ 0 w 3437961"/>
              <a:gd name="connsiteY0-34" fmla="*/ 203723 h 4092925"/>
              <a:gd name="connsiteX1-35" fmla="*/ 326951 w 3437961"/>
              <a:gd name="connsiteY1-36" fmla="*/ 0 h 4092925"/>
              <a:gd name="connsiteX2-37" fmla="*/ 3437961 w 3437961"/>
              <a:gd name="connsiteY2-38" fmla="*/ 1952239 h 4092925"/>
              <a:gd name="connsiteX3-39" fmla="*/ 0 w 3437961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1" h="4092925">
                <a:moveTo>
                  <a:pt x="0" y="203723"/>
                </a:moveTo>
                <a:lnTo>
                  <a:pt x="326951" y="0"/>
                </a:lnTo>
                <a:lnTo>
                  <a:pt x="3437961" y="1952239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8" name="任意多边形: 形状 47"/>
          <p:cNvSpPr/>
          <p:nvPr userDrawn="1">
            <p:custDataLst>
              <p:tags r:id="rId30"/>
            </p:custDataLst>
          </p:nvPr>
        </p:nvSpPr>
        <p:spPr>
          <a:xfrm>
            <a:off x="1" y="1668765"/>
            <a:ext cx="2574319" cy="3067108"/>
          </a:xfrm>
          <a:custGeom>
            <a:avLst/>
            <a:gdLst>
              <a:gd name="connsiteX0" fmla="*/ 321416 w 3432425"/>
              <a:gd name="connsiteY0" fmla="*/ 0 h 4089477"/>
              <a:gd name="connsiteX1" fmla="*/ 3432425 w 3432425"/>
              <a:gd name="connsiteY1" fmla="*/ 1952239 h 4089477"/>
              <a:gd name="connsiteX2" fmla="*/ 1 w 3432425"/>
              <a:gd name="connsiteY2" fmla="*/ 4089477 h 4089477"/>
              <a:gd name="connsiteX3" fmla="*/ 0 w 3432425"/>
              <a:gd name="connsiteY3" fmla="*/ 200273 h 4089477"/>
              <a:gd name="connsiteX4" fmla="*/ 321416 w 3432425"/>
              <a:gd name="connsiteY4" fmla="*/ 0 h 4089477"/>
              <a:gd name="connsiteX0-1" fmla="*/ 575669 w 3686678"/>
              <a:gd name="connsiteY0-2" fmla="*/ 0 h 4089477"/>
              <a:gd name="connsiteX1-3" fmla="*/ 3686678 w 3686678"/>
              <a:gd name="connsiteY1-4" fmla="*/ 1952239 h 4089477"/>
              <a:gd name="connsiteX2-5" fmla="*/ 254254 w 3686678"/>
              <a:gd name="connsiteY2-6" fmla="*/ 4089477 h 4089477"/>
              <a:gd name="connsiteX3-7" fmla="*/ 254253 w 3686678"/>
              <a:gd name="connsiteY3-8" fmla="*/ 1956455 h 4089477"/>
              <a:gd name="connsiteX4-9" fmla="*/ 254253 w 3686678"/>
              <a:gd name="connsiteY4-10" fmla="*/ 200273 h 4089477"/>
              <a:gd name="connsiteX5" fmla="*/ 575669 w 3686678"/>
              <a:gd name="connsiteY5" fmla="*/ 0 h 4089477"/>
              <a:gd name="connsiteX0-11" fmla="*/ 250994 w 3683419"/>
              <a:gd name="connsiteY0-12" fmla="*/ 1956455 h 4089477"/>
              <a:gd name="connsiteX1-13" fmla="*/ 250994 w 3683419"/>
              <a:gd name="connsiteY1-14" fmla="*/ 200273 h 4089477"/>
              <a:gd name="connsiteX2-15" fmla="*/ 572410 w 3683419"/>
              <a:gd name="connsiteY2-16" fmla="*/ 0 h 4089477"/>
              <a:gd name="connsiteX3-17" fmla="*/ 3683419 w 3683419"/>
              <a:gd name="connsiteY3-18" fmla="*/ 1952239 h 4089477"/>
              <a:gd name="connsiteX4-19" fmla="*/ 250995 w 3683419"/>
              <a:gd name="connsiteY4-20" fmla="*/ 4089477 h 4089477"/>
              <a:gd name="connsiteX5-21" fmla="*/ 342434 w 3683419"/>
              <a:gd name="connsiteY5-22" fmla="*/ 2047895 h 4089477"/>
              <a:gd name="connsiteX0-23" fmla="*/ 23809 w 3456234"/>
              <a:gd name="connsiteY0-24" fmla="*/ 1956455 h 4089477"/>
              <a:gd name="connsiteX1-25" fmla="*/ 23809 w 3456234"/>
              <a:gd name="connsiteY1-26" fmla="*/ 200273 h 4089477"/>
              <a:gd name="connsiteX2-27" fmla="*/ 345225 w 3456234"/>
              <a:gd name="connsiteY2-28" fmla="*/ 0 h 4089477"/>
              <a:gd name="connsiteX3-29" fmla="*/ 3456234 w 3456234"/>
              <a:gd name="connsiteY3-30" fmla="*/ 1952239 h 4089477"/>
              <a:gd name="connsiteX4-31" fmla="*/ 23810 w 3456234"/>
              <a:gd name="connsiteY4-32" fmla="*/ 4089477 h 4089477"/>
              <a:gd name="connsiteX0-33" fmla="*/ 0 w 3432425"/>
              <a:gd name="connsiteY0-34" fmla="*/ 200273 h 4089477"/>
              <a:gd name="connsiteX1-35" fmla="*/ 321416 w 3432425"/>
              <a:gd name="connsiteY1-36" fmla="*/ 0 h 4089477"/>
              <a:gd name="connsiteX2-37" fmla="*/ 3432425 w 3432425"/>
              <a:gd name="connsiteY2-38" fmla="*/ 1952239 h 4089477"/>
              <a:gd name="connsiteX3-39" fmla="*/ 1 w 3432425"/>
              <a:gd name="connsiteY3-40" fmla="*/ 4089477 h 40894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2425" h="4089477">
                <a:moveTo>
                  <a:pt x="0" y="200273"/>
                </a:moveTo>
                <a:lnTo>
                  <a:pt x="321416" y="0"/>
                </a:lnTo>
                <a:lnTo>
                  <a:pt x="3432425" y="1952239"/>
                </a:lnTo>
                <a:lnTo>
                  <a:pt x="1" y="4089477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51" name="任意多边形: 形状 50"/>
          <p:cNvSpPr/>
          <p:nvPr userDrawn="1">
            <p:custDataLst>
              <p:tags r:id="rId31"/>
            </p:custDataLst>
          </p:nvPr>
        </p:nvSpPr>
        <p:spPr>
          <a:xfrm>
            <a:off x="0" y="1842651"/>
            <a:ext cx="2573856" cy="3066821"/>
          </a:xfrm>
          <a:custGeom>
            <a:avLst/>
            <a:gdLst>
              <a:gd name="connsiteX0" fmla="*/ 320799 w 3431808"/>
              <a:gd name="connsiteY0" fmla="*/ 0 h 4089095"/>
              <a:gd name="connsiteX1" fmla="*/ 3431808 w 3431808"/>
              <a:gd name="connsiteY1" fmla="*/ 1952240 h 4089095"/>
              <a:gd name="connsiteX2" fmla="*/ 0 w 3431808"/>
              <a:gd name="connsiteY2" fmla="*/ 4089095 h 4089095"/>
              <a:gd name="connsiteX3" fmla="*/ 0 w 3431808"/>
              <a:gd name="connsiteY3" fmla="*/ 199889 h 4089095"/>
              <a:gd name="connsiteX4" fmla="*/ 320799 w 3431808"/>
              <a:gd name="connsiteY4" fmla="*/ 0 h 4089095"/>
              <a:gd name="connsiteX0-1" fmla="*/ 330325 w 3441334"/>
              <a:gd name="connsiteY0-2" fmla="*/ 0 h 4089095"/>
              <a:gd name="connsiteX1-3" fmla="*/ 3441334 w 3441334"/>
              <a:gd name="connsiteY1-4" fmla="*/ 1952240 h 4089095"/>
              <a:gd name="connsiteX2-5" fmla="*/ 9526 w 3441334"/>
              <a:gd name="connsiteY2-6" fmla="*/ 4089095 h 4089095"/>
              <a:gd name="connsiteX3-7" fmla="*/ 0 w 3441334"/>
              <a:gd name="connsiteY3-8" fmla="*/ 1867482 h 4089095"/>
              <a:gd name="connsiteX4-9" fmla="*/ 9526 w 3441334"/>
              <a:gd name="connsiteY4-10" fmla="*/ 199889 h 4089095"/>
              <a:gd name="connsiteX5" fmla="*/ 330325 w 3441334"/>
              <a:gd name="connsiteY5" fmla="*/ 0 h 4089095"/>
              <a:gd name="connsiteX0-11" fmla="*/ 341330 w 3452339"/>
              <a:gd name="connsiteY0-12" fmla="*/ 0 h 4089095"/>
              <a:gd name="connsiteX1-13" fmla="*/ 3452339 w 3452339"/>
              <a:gd name="connsiteY1-14" fmla="*/ 1952240 h 4089095"/>
              <a:gd name="connsiteX2-15" fmla="*/ 20531 w 3452339"/>
              <a:gd name="connsiteY2-16" fmla="*/ 4089095 h 4089095"/>
              <a:gd name="connsiteX3-17" fmla="*/ 11005 w 3452339"/>
              <a:gd name="connsiteY3-18" fmla="*/ 1867482 h 4089095"/>
              <a:gd name="connsiteX4-19" fmla="*/ 30055 w 3452339"/>
              <a:gd name="connsiteY4-20" fmla="*/ 1877007 h 4089095"/>
              <a:gd name="connsiteX5-21" fmla="*/ 20531 w 3452339"/>
              <a:gd name="connsiteY5-22" fmla="*/ 199889 h 4089095"/>
              <a:gd name="connsiteX6" fmla="*/ 341330 w 3452339"/>
              <a:gd name="connsiteY6" fmla="*/ 0 h 4089095"/>
              <a:gd name="connsiteX0-23" fmla="*/ 348007 w 3459016"/>
              <a:gd name="connsiteY0-24" fmla="*/ 0 h 4089095"/>
              <a:gd name="connsiteX1-25" fmla="*/ 3459016 w 3459016"/>
              <a:gd name="connsiteY1-26" fmla="*/ 1952240 h 4089095"/>
              <a:gd name="connsiteX2-27" fmla="*/ 27208 w 3459016"/>
              <a:gd name="connsiteY2-28" fmla="*/ 4089095 h 4089095"/>
              <a:gd name="connsiteX3-29" fmla="*/ 17682 w 3459016"/>
              <a:gd name="connsiteY3-30" fmla="*/ 1867482 h 4089095"/>
              <a:gd name="connsiteX4-31" fmla="*/ 27208 w 3459016"/>
              <a:gd name="connsiteY4-32" fmla="*/ 199889 h 4089095"/>
              <a:gd name="connsiteX5-33" fmla="*/ 348007 w 3459016"/>
              <a:gd name="connsiteY5-34" fmla="*/ 0 h 4089095"/>
              <a:gd name="connsiteX0-35" fmla="*/ 17682 w 3459016"/>
              <a:gd name="connsiteY0-36" fmla="*/ 1867482 h 4089095"/>
              <a:gd name="connsiteX1-37" fmla="*/ 27208 w 3459016"/>
              <a:gd name="connsiteY1-38" fmla="*/ 199889 h 4089095"/>
              <a:gd name="connsiteX2-39" fmla="*/ 348007 w 3459016"/>
              <a:gd name="connsiteY2-40" fmla="*/ 0 h 4089095"/>
              <a:gd name="connsiteX3-41" fmla="*/ 3459016 w 3459016"/>
              <a:gd name="connsiteY3-42" fmla="*/ 1952240 h 4089095"/>
              <a:gd name="connsiteX4-43" fmla="*/ 27208 w 3459016"/>
              <a:gd name="connsiteY4-44" fmla="*/ 4089095 h 4089095"/>
              <a:gd name="connsiteX5-45" fmla="*/ 109122 w 3459016"/>
              <a:gd name="connsiteY5-46" fmla="*/ 1958922 h 4089095"/>
              <a:gd name="connsiteX0-47" fmla="*/ 17682 w 3459016"/>
              <a:gd name="connsiteY0-48" fmla="*/ 1867482 h 4089095"/>
              <a:gd name="connsiteX1-49" fmla="*/ 27208 w 3459016"/>
              <a:gd name="connsiteY1-50" fmla="*/ 199889 h 4089095"/>
              <a:gd name="connsiteX2-51" fmla="*/ 348007 w 3459016"/>
              <a:gd name="connsiteY2-52" fmla="*/ 0 h 4089095"/>
              <a:gd name="connsiteX3-53" fmla="*/ 3459016 w 3459016"/>
              <a:gd name="connsiteY3-54" fmla="*/ 1952240 h 4089095"/>
              <a:gd name="connsiteX4-55" fmla="*/ 27208 w 3459016"/>
              <a:gd name="connsiteY4-56" fmla="*/ 4089095 h 4089095"/>
              <a:gd name="connsiteX0-57" fmla="*/ 335 w 3479769"/>
              <a:gd name="connsiteY0-58" fmla="*/ 1877007 h 4089095"/>
              <a:gd name="connsiteX1-59" fmla="*/ 47961 w 3479769"/>
              <a:gd name="connsiteY1-60" fmla="*/ 199889 h 4089095"/>
              <a:gd name="connsiteX2-61" fmla="*/ 368760 w 3479769"/>
              <a:gd name="connsiteY2-62" fmla="*/ 0 h 4089095"/>
              <a:gd name="connsiteX3-63" fmla="*/ 3479769 w 3479769"/>
              <a:gd name="connsiteY3-64" fmla="*/ 1952240 h 4089095"/>
              <a:gd name="connsiteX4-65" fmla="*/ 47961 w 3479769"/>
              <a:gd name="connsiteY4-66" fmla="*/ 4089095 h 4089095"/>
              <a:gd name="connsiteX0-67" fmla="*/ 0 w 3431808"/>
              <a:gd name="connsiteY0-68" fmla="*/ 199889 h 4089095"/>
              <a:gd name="connsiteX1-69" fmla="*/ 320799 w 3431808"/>
              <a:gd name="connsiteY1-70" fmla="*/ 0 h 4089095"/>
              <a:gd name="connsiteX2-71" fmla="*/ 3431808 w 3431808"/>
              <a:gd name="connsiteY2-72" fmla="*/ 1952240 h 4089095"/>
              <a:gd name="connsiteX3-73" fmla="*/ 0 w 3431808"/>
              <a:gd name="connsiteY3-74" fmla="*/ 4089095 h 4089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1808" h="4089095">
                <a:moveTo>
                  <a:pt x="0" y="199889"/>
                </a:moveTo>
                <a:lnTo>
                  <a:pt x="320799" y="0"/>
                </a:lnTo>
                <a:lnTo>
                  <a:pt x="3431808" y="1952240"/>
                </a:lnTo>
                <a:lnTo>
                  <a:pt x="0" y="408909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54" name="任意多边形: 形状 53"/>
          <p:cNvSpPr/>
          <p:nvPr userDrawn="1">
            <p:custDataLst>
              <p:tags r:id="rId32"/>
            </p:custDataLst>
          </p:nvPr>
        </p:nvSpPr>
        <p:spPr>
          <a:xfrm>
            <a:off x="1" y="2016251"/>
            <a:ext cx="2578470" cy="3069694"/>
          </a:xfrm>
          <a:custGeom>
            <a:avLst/>
            <a:gdLst>
              <a:gd name="connsiteX0" fmla="*/ 326951 w 3437960"/>
              <a:gd name="connsiteY0" fmla="*/ 0 h 4092925"/>
              <a:gd name="connsiteX1" fmla="*/ 3437960 w 3437960"/>
              <a:gd name="connsiteY1" fmla="*/ 1952240 h 4092925"/>
              <a:gd name="connsiteX2" fmla="*/ 0 w 3437960"/>
              <a:gd name="connsiteY2" fmla="*/ 4092925 h 4092925"/>
              <a:gd name="connsiteX3" fmla="*/ 0 w 3437960"/>
              <a:gd name="connsiteY3" fmla="*/ 203723 h 4092925"/>
              <a:gd name="connsiteX4" fmla="*/ 326951 w 3437960"/>
              <a:gd name="connsiteY4" fmla="*/ 0 h 4092925"/>
              <a:gd name="connsiteX0-1" fmla="*/ 326952 w 3437961"/>
              <a:gd name="connsiteY0-2" fmla="*/ 0 h 4092925"/>
              <a:gd name="connsiteX1-3" fmla="*/ 3437961 w 3437961"/>
              <a:gd name="connsiteY1-4" fmla="*/ 1952240 h 4092925"/>
              <a:gd name="connsiteX2-5" fmla="*/ 1 w 3437961"/>
              <a:gd name="connsiteY2-6" fmla="*/ 4092925 h 4092925"/>
              <a:gd name="connsiteX3-7" fmla="*/ 0 w 3437961"/>
              <a:gd name="connsiteY3-8" fmla="*/ 1721741 h 4092925"/>
              <a:gd name="connsiteX4-9" fmla="*/ 1 w 3437961"/>
              <a:gd name="connsiteY4-10" fmla="*/ 203723 h 4092925"/>
              <a:gd name="connsiteX5" fmla="*/ 326952 w 3437961"/>
              <a:gd name="connsiteY5" fmla="*/ 0 h 4092925"/>
              <a:gd name="connsiteX0-11" fmla="*/ 0 w 3437961"/>
              <a:gd name="connsiteY0-12" fmla="*/ 1721741 h 4092925"/>
              <a:gd name="connsiteX1-13" fmla="*/ 1 w 3437961"/>
              <a:gd name="connsiteY1-14" fmla="*/ 203723 h 4092925"/>
              <a:gd name="connsiteX2-15" fmla="*/ 326952 w 3437961"/>
              <a:gd name="connsiteY2-16" fmla="*/ 0 h 4092925"/>
              <a:gd name="connsiteX3-17" fmla="*/ 3437961 w 3437961"/>
              <a:gd name="connsiteY3-18" fmla="*/ 1952240 h 4092925"/>
              <a:gd name="connsiteX4-19" fmla="*/ 1 w 3437961"/>
              <a:gd name="connsiteY4-20" fmla="*/ 4092925 h 4092925"/>
              <a:gd name="connsiteX5-21" fmla="*/ 91440 w 3437961"/>
              <a:gd name="connsiteY5-22" fmla="*/ 1813181 h 4092925"/>
              <a:gd name="connsiteX0-23" fmla="*/ 0 w 3437961"/>
              <a:gd name="connsiteY0-24" fmla="*/ 1721741 h 4092925"/>
              <a:gd name="connsiteX1-25" fmla="*/ 1 w 3437961"/>
              <a:gd name="connsiteY1-26" fmla="*/ 203723 h 4092925"/>
              <a:gd name="connsiteX2-27" fmla="*/ 326952 w 3437961"/>
              <a:gd name="connsiteY2-28" fmla="*/ 0 h 4092925"/>
              <a:gd name="connsiteX3-29" fmla="*/ 3437961 w 3437961"/>
              <a:gd name="connsiteY3-30" fmla="*/ 1952240 h 4092925"/>
              <a:gd name="connsiteX4-31" fmla="*/ 1 w 3437961"/>
              <a:gd name="connsiteY4-32" fmla="*/ 4092925 h 4092925"/>
              <a:gd name="connsiteX0-33" fmla="*/ 0 w 3437960"/>
              <a:gd name="connsiteY0-34" fmla="*/ 203723 h 4092925"/>
              <a:gd name="connsiteX1-35" fmla="*/ 326951 w 3437960"/>
              <a:gd name="connsiteY1-36" fmla="*/ 0 h 4092925"/>
              <a:gd name="connsiteX2-37" fmla="*/ 3437960 w 3437960"/>
              <a:gd name="connsiteY2-38" fmla="*/ 1952240 h 4092925"/>
              <a:gd name="connsiteX3-39" fmla="*/ 0 w 3437960"/>
              <a:gd name="connsiteY3-40" fmla="*/ 4092925 h 40929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0" h="4092925">
                <a:moveTo>
                  <a:pt x="0" y="203723"/>
                </a:moveTo>
                <a:lnTo>
                  <a:pt x="326951" y="0"/>
                </a:lnTo>
                <a:lnTo>
                  <a:pt x="3437960" y="1952240"/>
                </a:lnTo>
                <a:lnTo>
                  <a:pt x="0" y="409292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57" name="任意多边形: 形状 56"/>
          <p:cNvSpPr/>
          <p:nvPr userDrawn="1">
            <p:custDataLst>
              <p:tags r:id="rId33"/>
            </p:custDataLst>
          </p:nvPr>
        </p:nvSpPr>
        <p:spPr>
          <a:xfrm>
            <a:off x="1" y="2192726"/>
            <a:ext cx="2578470" cy="2950774"/>
          </a:xfrm>
          <a:custGeom>
            <a:avLst/>
            <a:gdLst>
              <a:gd name="connsiteX0" fmla="*/ 326951 w 3437961"/>
              <a:gd name="connsiteY0" fmla="*/ 0 h 3934365"/>
              <a:gd name="connsiteX1" fmla="*/ 3437961 w 3437961"/>
              <a:gd name="connsiteY1" fmla="*/ 1952239 h 3934365"/>
              <a:gd name="connsiteX2" fmla="*/ 254650 w 3437961"/>
              <a:gd name="connsiteY2" fmla="*/ 3934365 h 3934365"/>
              <a:gd name="connsiteX3" fmla="*/ 0 w 3437961"/>
              <a:gd name="connsiteY3" fmla="*/ 3934365 h 3934365"/>
              <a:gd name="connsiteX4" fmla="*/ 1 w 3437961"/>
              <a:gd name="connsiteY4" fmla="*/ 203722 h 3934365"/>
              <a:gd name="connsiteX5" fmla="*/ 326951 w 3437961"/>
              <a:gd name="connsiteY5" fmla="*/ 0 h 3934365"/>
              <a:gd name="connsiteX0-1" fmla="*/ 351168 w 3462178"/>
              <a:gd name="connsiteY0-2" fmla="*/ 0 h 3934365"/>
              <a:gd name="connsiteX1-3" fmla="*/ 3462178 w 3462178"/>
              <a:gd name="connsiteY1-4" fmla="*/ 1952239 h 3934365"/>
              <a:gd name="connsiteX2-5" fmla="*/ 278867 w 3462178"/>
              <a:gd name="connsiteY2-6" fmla="*/ 3934365 h 3934365"/>
              <a:gd name="connsiteX3-7" fmla="*/ 24217 w 3462178"/>
              <a:gd name="connsiteY3-8" fmla="*/ 3934365 h 3934365"/>
              <a:gd name="connsiteX4-9" fmla="*/ 24218 w 3462178"/>
              <a:gd name="connsiteY4-10" fmla="*/ 1762665 h 3934365"/>
              <a:gd name="connsiteX5-11" fmla="*/ 24218 w 3462178"/>
              <a:gd name="connsiteY5-12" fmla="*/ 203722 h 3934365"/>
              <a:gd name="connsiteX6" fmla="*/ 351168 w 3462178"/>
              <a:gd name="connsiteY6" fmla="*/ 0 h 3934365"/>
              <a:gd name="connsiteX0-13" fmla="*/ 24218 w 3462178"/>
              <a:gd name="connsiteY0-14" fmla="*/ 1762665 h 3934365"/>
              <a:gd name="connsiteX1-15" fmla="*/ 24218 w 3462178"/>
              <a:gd name="connsiteY1-16" fmla="*/ 203722 h 3934365"/>
              <a:gd name="connsiteX2-17" fmla="*/ 351168 w 3462178"/>
              <a:gd name="connsiteY2-18" fmla="*/ 0 h 3934365"/>
              <a:gd name="connsiteX3-19" fmla="*/ 3462178 w 3462178"/>
              <a:gd name="connsiteY3-20" fmla="*/ 1952239 h 3934365"/>
              <a:gd name="connsiteX4-21" fmla="*/ 278867 w 3462178"/>
              <a:gd name="connsiteY4-22" fmla="*/ 3934365 h 3934365"/>
              <a:gd name="connsiteX5-23" fmla="*/ 24217 w 3462178"/>
              <a:gd name="connsiteY5-24" fmla="*/ 3934365 h 3934365"/>
              <a:gd name="connsiteX6-25" fmla="*/ 115658 w 3462178"/>
              <a:gd name="connsiteY6-26" fmla="*/ 1854105 h 3934365"/>
              <a:gd name="connsiteX0-27" fmla="*/ 24218 w 3462178"/>
              <a:gd name="connsiteY0-28" fmla="*/ 1762665 h 3934365"/>
              <a:gd name="connsiteX1-29" fmla="*/ 24218 w 3462178"/>
              <a:gd name="connsiteY1-30" fmla="*/ 203722 h 3934365"/>
              <a:gd name="connsiteX2-31" fmla="*/ 351168 w 3462178"/>
              <a:gd name="connsiteY2-32" fmla="*/ 0 h 3934365"/>
              <a:gd name="connsiteX3-33" fmla="*/ 3462178 w 3462178"/>
              <a:gd name="connsiteY3-34" fmla="*/ 1952239 h 3934365"/>
              <a:gd name="connsiteX4-35" fmla="*/ 278867 w 3462178"/>
              <a:gd name="connsiteY4-36" fmla="*/ 3934365 h 3934365"/>
              <a:gd name="connsiteX5-37" fmla="*/ 24217 w 3462178"/>
              <a:gd name="connsiteY5-38" fmla="*/ 3934365 h 3934365"/>
              <a:gd name="connsiteX0-39" fmla="*/ 1 w 3437961"/>
              <a:gd name="connsiteY0-40" fmla="*/ 203722 h 3934365"/>
              <a:gd name="connsiteX1-41" fmla="*/ 326951 w 3437961"/>
              <a:gd name="connsiteY1-42" fmla="*/ 0 h 3934365"/>
              <a:gd name="connsiteX2-43" fmla="*/ 3437961 w 3437961"/>
              <a:gd name="connsiteY2-44" fmla="*/ 1952239 h 3934365"/>
              <a:gd name="connsiteX3-45" fmla="*/ 254650 w 3437961"/>
              <a:gd name="connsiteY3-46" fmla="*/ 3934365 h 3934365"/>
              <a:gd name="connsiteX4-47" fmla="*/ 0 w 3437961"/>
              <a:gd name="connsiteY4-48" fmla="*/ 3934365 h 3934365"/>
              <a:gd name="connsiteX0-49" fmla="*/ 0 w 3437960"/>
              <a:gd name="connsiteY0-50" fmla="*/ 203722 h 3934365"/>
              <a:gd name="connsiteX1-51" fmla="*/ 326950 w 3437960"/>
              <a:gd name="connsiteY1-52" fmla="*/ 0 h 3934365"/>
              <a:gd name="connsiteX2-53" fmla="*/ 3437960 w 3437960"/>
              <a:gd name="connsiteY2-54" fmla="*/ 1952239 h 3934365"/>
              <a:gd name="connsiteX3-55" fmla="*/ 254649 w 3437960"/>
              <a:gd name="connsiteY3-56" fmla="*/ 3934365 h 39343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437960" h="3934365">
                <a:moveTo>
                  <a:pt x="0" y="203722"/>
                </a:moveTo>
                <a:lnTo>
                  <a:pt x="326950" y="0"/>
                </a:lnTo>
                <a:lnTo>
                  <a:pt x="3437960" y="1952239"/>
                </a:lnTo>
                <a:lnTo>
                  <a:pt x="254649" y="393436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2197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2915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270034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97631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15000" y="1233900"/>
            <a:ext cx="3472200" cy="135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215000" y="2743200"/>
            <a:ext cx="3472200" cy="729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215000" y="3636900"/>
            <a:ext cx="3472200" cy="378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35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53" name="任意多边形: 形状 37"/>
          <p:cNvSpPr/>
          <p:nvPr userDrawn="1">
            <p:custDataLst>
              <p:tags r:id="rId7"/>
            </p:custDataLst>
          </p:nvPr>
        </p:nvSpPr>
        <p:spPr>
          <a:xfrm>
            <a:off x="0" y="3237071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67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0" y="3383756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68" name="任意多边形: 形状 37"/>
          <p:cNvSpPr/>
          <p:nvPr userDrawn="1">
            <p:custDataLst>
              <p:tags r:id="rId9"/>
            </p:custDataLst>
          </p:nvPr>
        </p:nvSpPr>
        <p:spPr>
          <a:xfrm>
            <a:off x="0" y="3530918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69" name="任意多边形: 形状 37"/>
          <p:cNvSpPr/>
          <p:nvPr userDrawn="1">
            <p:custDataLst>
              <p:tags r:id="rId10"/>
            </p:custDataLst>
          </p:nvPr>
        </p:nvSpPr>
        <p:spPr>
          <a:xfrm>
            <a:off x="0" y="3677603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0" name="任意多边形: 形状 37"/>
          <p:cNvSpPr/>
          <p:nvPr userDrawn="1">
            <p:custDataLst>
              <p:tags r:id="rId11"/>
            </p:custDataLst>
          </p:nvPr>
        </p:nvSpPr>
        <p:spPr>
          <a:xfrm>
            <a:off x="0" y="3824764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1" name="任意多边形: 形状 37"/>
          <p:cNvSpPr/>
          <p:nvPr userDrawn="1">
            <p:custDataLst>
              <p:tags r:id="rId12"/>
            </p:custDataLst>
          </p:nvPr>
        </p:nvSpPr>
        <p:spPr>
          <a:xfrm>
            <a:off x="0" y="3971449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2" name="任意多边形: 形状 37"/>
          <p:cNvSpPr/>
          <p:nvPr userDrawn="1">
            <p:custDataLst>
              <p:tags r:id="rId13"/>
            </p:custDataLst>
          </p:nvPr>
        </p:nvSpPr>
        <p:spPr>
          <a:xfrm>
            <a:off x="0" y="4118610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3" name="任意多边形: 形状 37"/>
          <p:cNvSpPr/>
          <p:nvPr userDrawn="1">
            <p:custDataLst>
              <p:tags r:id="rId14"/>
            </p:custDataLst>
          </p:nvPr>
        </p:nvSpPr>
        <p:spPr>
          <a:xfrm>
            <a:off x="0" y="4265295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4" name="任意多边形: 形状 37"/>
          <p:cNvSpPr/>
          <p:nvPr userDrawn="1">
            <p:custDataLst>
              <p:tags r:id="rId15"/>
            </p:custDataLst>
          </p:nvPr>
        </p:nvSpPr>
        <p:spPr>
          <a:xfrm>
            <a:off x="0" y="4411980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5" name="任意多边形: 形状 37"/>
          <p:cNvSpPr/>
          <p:nvPr userDrawn="1">
            <p:custDataLst>
              <p:tags r:id="rId16"/>
            </p:custDataLst>
          </p:nvPr>
        </p:nvSpPr>
        <p:spPr>
          <a:xfrm>
            <a:off x="0" y="4559141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6" name="任意多边形: 形状 37"/>
          <p:cNvSpPr/>
          <p:nvPr userDrawn="1">
            <p:custDataLst>
              <p:tags r:id="rId17"/>
            </p:custDataLst>
          </p:nvPr>
        </p:nvSpPr>
        <p:spPr>
          <a:xfrm>
            <a:off x="0" y="4705826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7" name="任意多边形: 形状 37"/>
          <p:cNvSpPr/>
          <p:nvPr userDrawn="1">
            <p:custDataLst>
              <p:tags r:id="rId18"/>
            </p:custDataLst>
          </p:nvPr>
        </p:nvSpPr>
        <p:spPr>
          <a:xfrm>
            <a:off x="0" y="4852988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78" name="任意多边形: 形状 37"/>
          <p:cNvSpPr/>
          <p:nvPr userDrawn="1">
            <p:custDataLst>
              <p:tags r:id="rId19"/>
            </p:custDataLst>
          </p:nvPr>
        </p:nvSpPr>
        <p:spPr>
          <a:xfrm>
            <a:off x="0" y="4999673"/>
            <a:ext cx="176689" cy="107156"/>
          </a:xfrm>
          <a:custGeom>
            <a:avLst/>
            <a:gdLst>
              <a:gd name="connsiteX0" fmla="*/ 0 w 371"/>
              <a:gd name="connsiteY0" fmla="*/ 225 h 225"/>
              <a:gd name="connsiteX1" fmla="*/ 371 w 371"/>
              <a:gd name="connsiteY1" fmla="*/ 0 h 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" h="225">
                <a:moveTo>
                  <a:pt x="0" y="225"/>
                </a:moveTo>
                <a:lnTo>
                  <a:pt x="371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90" name="日期占位符 189"/>
          <p:cNvSpPr>
            <a:spLocks noGrp="1"/>
          </p:cNvSpPr>
          <p:nvPr userDrawn="1"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任意多边形: 形状 306"/>
          <p:cNvSpPr/>
          <p:nvPr userDrawn="1">
            <p:custDataLst>
              <p:tags r:id="rId21"/>
            </p:custDataLst>
          </p:nvPr>
        </p:nvSpPr>
        <p:spPr>
          <a:xfrm>
            <a:off x="170021" y="5006816"/>
            <a:ext cx="218123" cy="136684"/>
          </a:xfrm>
          <a:custGeom>
            <a:avLst/>
            <a:gdLst>
              <a:gd name="connsiteX0" fmla="*/ 0 w 458"/>
              <a:gd name="connsiteY0" fmla="*/ 287 h 287"/>
              <a:gd name="connsiteX1" fmla="*/ 458 w 458"/>
              <a:gd name="connsiteY1" fmla="*/ 0 h 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8" h="287">
                <a:moveTo>
                  <a:pt x="0" y="287"/>
                </a:moveTo>
                <a:lnTo>
                  <a:pt x="458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/>
          </a:p>
        </p:txBody>
      </p:sp>
      <p:sp>
        <p:nvSpPr>
          <p:cNvPr id="63" name="任意多边形: 形状 307"/>
          <p:cNvSpPr/>
          <p:nvPr userDrawn="1">
            <p:custDataLst>
              <p:tags r:id="rId22"/>
            </p:custDataLst>
          </p:nvPr>
        </p:nvSpPr>
        <p:spPr>
          <a:xfrm>
            <a:off x="38766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87" name="任意多边形: 形状 307"/>
          <p:cNvSpPr/>
          <p:nvPr userDrawn="1">
            <p:custDataLst>
              <p:tags r:id="rId23"/>
            </p:custDataLst>
          </p:nvPr>
        </p:nvSpPr>
        <p:spPr>
          <a:xfrm>
            <a:off x="169068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88" name="任意多边形: 形状 307"/>
          <p:cNvSpPr/>
          <p:nvPr userDrawn="1">
            <p:custDataLst>
              <p:tags r:id="rId24"/>
            </p:custDataLst>
          </p:nvPr>
        </p:nvSpPr>
        <p:spPr>
          <a:xfrm>
            <a:off x="190785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89" name="任意多边形: 形状 307"/>
          <p:cNvSpPr/>
          <p:nvPr userDrawn="1">
            <p:custDataLst>
              <p:tags r:id="rId25"/>
            </p:custDataLst>
          </p:nvPr>
        </p:nvSpPr>
        <p:spPr>
          <a:xfrm>
            <a:off x="212502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91" name="任意多边形: 形状 307"/>
          <p:cNvSpPr/>
          <p:nvPr userDrawn="1">
            <p:custDataLst>
              <p:tags r:id="rId26"/>
            </p:custDataLst>
          </p:nvPr>
        </p:nvSpPr>
        <p:spPr>
          <a:xfrm>
            <a:off x="147351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92" name="任意多边形: 形状 307"/>
          <p:cNvSpPr/>
          <p:nvPr userDrawn="1">
            <p:custDataLst>
              <p:tags r:id="rId27"/>
            </p:custDataLst>
          </p:nvPr>
        </p:nvSpPr>
        <p:spPr>
          <a:xfrm>
            <a:off x="125634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93" name="任意多边形: 形状 307"/>
          <p:cNvSpPr/>
          <p:nvPr userDrawn="1">
            <p:custDataLst>
              <p:tags r:id="rId28"/>
            </p:custDataLst>
          </p:nvPr>
        </p:nvSpPr>
        <p:spPr>
          <a:xfrm>
            <a:off x="103917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94" name="任意多边形: 形状 307"/>
          <p:cNvSpPr/>
          <p:nvPr userDrawn="1">
            <p:custDataLst>
              <p:tags r:id="rId29"/>
            </p:custDataLst>
          </p:nvPr>
        </p:nvSpPr>
        <p:spPr>
          <a:xfrm>
            <a:off x="82200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95" name="任意多边形: 形状 307"/>
          <p:cNvSpPr/>
          <p:nvPr userDrawn="1">
            <p:custDataLst>
              <p:tags r:id="rId30"/>
            </p:custDataLst>
          </p:nvPr>
        </p:nvSpPr>
        <p:spPr>
          <a:xfrm>
            <a:off x="604838" y="5013960"/>
            <a:ext cx="217646" cy="129540"/>
          </a:xfrm>
          <a:custGeom>
            <a:avLst/>
            <a:gdLst>
              <a:gd name="connsiteX0" fmla="*/ 0 w 457"/>
              <a:gd name="connsiteY0" fmla="*/ 272 h 272"/>
              <a:gd name="connsiteX1" fmla="*/ 457 w 457"/>
              <a:gd name="connsiteY1" fmla="*/ 0 h 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" h="272">
                <a:moveTo>
                  <a:pt x="0" y="272"/>
                </a:moveTo>
                <a:lnTo>
                  <a:pt x="457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7" name="任意多边形: 形状 6"/>
          <p:cNvSpPr/>
          <p:nvPr userDrawn="1">
            <p:custDataLst>
              <p:tags r:id="rId31"/>
            </p:custDataLst>
          </p:nvPr>
        </p:nvSpPr>
        <p:spPr>
          <a:xfrm>
            <a:off x="5861002" y="397528"/>
            <a:ext cx="3282999" cy="3555742"/>
          </a:xfrm>
          <a:custGeom>
            <a:avLst/>
            <a:gdLst>
              <a:gd name="connsiteX0" fmla="*/ 3211740 w 4377332"/>
              <a:gd name="connsiteY0" fmla="*/ 0 h 4740989"/>
              <a:gd name="connsiteX1" fmla="*/ 4377332 w 4377332"/>
              <a:gd name="connsiteY1" fmla="*/ 726262 h 4740989"/>
              <a:gd name="connsiteX2" fmla="*/ 4377331 w 4377332"/>
              <a:gd name="connsiteY2" fmla="*/ 4740989 h 4740989"/>
              <a:gd name="connsiteX3" fmla="*/ 0 w 4377332"/>
              <a:gd name="connsiteY3" fmla="*/ 2015453 h 4740989"/>
              <a:gd name="connsiteX4" fmla="*/ 3211740 w 4377332"/>
              <a:gd name="connsiteY4" fmla="*/ 0 h 4740989"/>
              <a:gd name="connsiteX0-1" fmla="*/ 3211740 w 4704771"/>
              <a:gd name="connsiteY0-2" fmla="*/ 0 h 4745229"/>
              <a:gd name="connsiteX1-3" fmla="*/ 4377332 w 4704771"/>
              <a:gd name="connsiteY1-4" fmla="*/ 726262 h 4745229"/>
              <a:gd name="connsiteX2-5" fmla="*/ 4386856 w 4704771"/>
              <a:gd name="connsiteY2-6" fmla="*/ 2594163 h 4745229"/>
              <a:gd name="connsiteX3-7" fmla="*/ 4377331 w 4704771"/>
              <a:gd name="connsiteY3-8" fmla="*/ 4740989 h 4745229"/>
              <a:gd name="connsiteX4-9" fmla="*/ 0 w 4704771"/>
              <a:gd name="connsiteY4-10" fmla="*/ 2015453 h 4745229"/>
              <a:gd name="connsiteX5" fmla="*/ 3211740 w 4704771"/>
              <a:gd name="connsiteY5" fmla="*/ 0 h 4745229"/>
              <a:gd name="connsiteX0-11" fmla="*/ 4386856 w 4704771"/>
              <a:gd name="connsiteY0-12" fmla="*/ 2594163 h 4745229"/>
              <a:gd name="connsiteX1-13" fmla="*/ 4377331 w 4704771"/>
              <a:gd name="connsiteY1-14" fmla="*/ 4740989 h 4745229"/>
              <a:gd name="connsiteX2-15" fmla="*/ 0 w 4704771"/>
              <a:gd name="connsiteY2-16" fmla="*/ 2015453 h 4745229"/>
              <a:gd name="connsiteX3-17" fmla="*/ 3211740 w 4704771"/>
              <a:gd name="connsiteY3-18" fmla="*/ 0 h 4745229"/>
              <a:gd name="connsiteX4-19" fmla="*/ 4377332 w 4704771"/>
              <a:gd name="connsiteY4-20" fmla="*/ 726262 h 4745229"/>
              <a:gd name="connsiteX5-21" fmla="*/ 4478296 w 4704771"/>
              <a:gd name="connsiteY5-22" fmla="*/ 2685603 h 4745229"/>
              <a:gd name="connsiteX0-23" fmla="*/ 4386856 w 4704771"/>
              <a:gd name="connsiteY0-24" fmla="*/ 2594163 h 4745229"/>
              <a:gd name="connsiteX1-25" fmla="*/ 4377331 w 4704771"/>
              <a:gd name="connsiteY1-26" fmla="*/ 4740989 h 4745229"/>
              <a:gd name="connsiteX2-27" fmla="*/ 0 w 4704771"/>
              <a:gd name="connsiteY2-28" fmla="*/ 2015453 h 4745229"/>
              <a:gd name="connsiteX3-29" fmla="*/ 3211740 w 4704771"/>
              <a:gd name="connsiteY3-30" fmla="*/ 0 h 4745229"/>
              <a:gd name="connsiteX4-31" fmla="*/ 4377332 w 4704771"/>
              <a:gd name="connsiteY4-32" fmla="*/ 726262 h 4745229"/>
              <a:gd name="connsiteX0-33" fmla="*/ 4377331 w 4377332"/>
              <a:gd name="connsiteY0-34" fmla="*/ 4740989 h 4740989"/>
              <a:gd name="connsiteX1-35" fmla="*/ 0 w 4377332"/>
              <a:gd name="connsiteY1-36" fmla="*/ 2015453 h 4740989"/>
              <a:gd name="connsiteX2-37" fmla="*/ 3211740 w 4377332"/>
              <a:gd name="connsiteY2-38" fmla="*/ 0 h 4740989"/>
              <a:gd name="connsiteX3-39" fmla="*/ 4377332 w 4377332"/>
              <a:gd name="connsiteY3-40" fmla="*/ 726262 h 47409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7332" h="4740989">
                <a:moveTo>
                  <a:pt x="4377331" y="4740989"/>
                </a:moveTo>
                <a:lnTo>
                  <a:pt x="0" y="2015453"/>
                </a:lnTo>
                <a:lnTo>
                  <a:pt x="3211740" y="0"/>
                </a:lnTo>
                <a:lnTo>
                  <a:pt x="4377332" y="72626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2" name="任意多边形: 形状 11"/>
          <p:cNvSpPr/>
          <p:nvPr userDrawn="1">
            <p:custDataLst>
              <p:tags r:id="rId32"/>
            </p:custDataLst>
          </p:nvPr>
        </p:nvSpPr>
        <p:spPr>
          <a:xfrm>
            <a:off x="5857669" y="587075"/>
            <a:ext cx="3286332" cy="3557817"/>
          </a:xfrm>
          <a:custGeom>
            <a:avLst/>
            <a:gdLst>
              <a:gd name="connsiteX0" fmla="*/ 3211739 w 4381776"/>
              <a:gd name="connsiteY0" fmla="*/ 0 h 4743756"/>
              <a:gd name="connsiteX1" fmla="*/ 4381776 w 4381776"/>
              <a:gd name="connsiteY1" fmla="*/ 729032 h 4743756"/>
              <a:gd name="connsiteX2" fmla="*/ 4381776 w 4381776"/>
              <a:gd name="connsiteY2" fmla="*/ 4743756 h 4743756"/>
              <a:gd name="connsiteX3" fmla="*/ 0 w 4381776"/>
              <a:gd name="connsiteY3" fmla="*/ 2015454 h 4743756"/>
              <a:gd name="connsiteX4" fmla="*/ 3211739 w 4381776"/>
              <a:gd name="connsiteY4" fmla="*/ 0 h 4743756"/>
              <a:gd name="connsiteX0-1" fmla="*/ 3211739 w 4391300"/>
              <a:gd name="connsiteY0-2" fmla="*/ 0 h 4743756"/>
              <a:gd name="connsiteX1-3" fmla="*/ 4381776 w 4391300"/>
              <a:gd name="connsiteY1-4" fmla="*/ 729032 h 4743756"/>
              <a:gd name="connsiteX2-5" fmla="*/ 4391300 w 4391300"/>
              <a:gd name="connsiteY2-6" fmla="*/ 2103309 h 4743756"/>
              <a:gd name="connsiteX3-7" fmla="*/ 4381776 w 4391300"/>
              <a:gd name="connsiteY3-8" fmla="*/ 4743756 h 4743756"/>
              <a:gd name="connsiteX4-9" fmla="*/ 0 w 4391300"/>
              <a:gd name="connsiteY4-10" fmla="*/ 2015454 h 4743756"/>
              <a:gd name="connsiteX5" fmla="*/ 3211739 w 4391300"/>
              <a:gd name="connsiteY5" fmla="*/ 0 h 4743756"/>
              <a:gd name="connsiteX0-11" fmla="*/ 4391300 w 4482740"/>
              <a:gd name="connsiteY0-12" fmla="*/ 2103309 h 4743756"/>
              <a:gd name="connsiteX1-13" fmla="*/ 4381776 w 4482740"/>
              <a:gd name="connsiteY1-14" fmla="*/ 4743756 h 4743756"/>
              <a:gd name="connsiteX2-15" fmla="*/ 0 w 4482740"/>
              <a:gd name="connsiteY2-16" fmla="*/ 2015454 h 4743756"/>
              <a:gd name="connsiteX3-17" fmla="*/ 3211739 w 4482740"/>
              <a:gd name="connsiteY3-18" fmla="*/ 0 h 4743756"/>
              <a:gd name="connsiteX4-19" fmla="*/ 4381776 w 4482740"/>
              <a:gd name="connsiteY4-20" fmla="*/ 729032 h 4743756"/>
              <a:gd name="connsiteX5-21" fmla="*/ 4482740 w 4482740"/>
              <a:gd name="connsiteY5-22" fmla="*/ 2194749 h 4743756"/>
              <a:gd name="connsiteX0-23" fmla="*/ 4391300 w 4391300"/>
              <a:gd name="connsiteY0-24" fmla="*/ 2103309 h 4743756"/>
              <a:gd name="connsiteX1-25" fmla="*/ 4381776 w 4391300"/>
              <a:gd name="connsiteY1-26" fmla="*/ 4743756 h 4743756"/>
              <a:gd name="connsiteX2-27" fmla="*/ 0 w 4391300"/>
              <a:gd name="connsiteY2-28" fmla="*/ 2015454 h 4743756"/>
              <a:gd name="connsiteX3-29" fmla="*/ 3211739 w 4391300"/>
              <a:gd name="connsiteY3-30" fmla="*/ 0 h 4743756"/>
              <a:gd name="connsiteX4-31" fmla="*/ 4381776 w 4391300"/>
              <a:gd name="connsiteY4-32" fmla="*/ 729032 h 4743756"/>
              <a:gd name="connsiteX0-33" fmla="*/ 4381776 w 4381776"/>
              <a:gd name="connsiteY0-34" fmla="*/ 4743756 h 4743756"/>
              <a:gd name="connsiteX1-35" fmla="*/ 0 w 4381776"/>
              <a:gd name="connsiteY1-36" fmla="*/ 2015454 h 4743756"/>
              <a:gd name="connsiteX2-37" fmla="*/ 3211739 w 4381776"/>
              <a:gd name="connsiteY2-38" fmla="*/ 0 h 4743756"/>
              <a:gd name="connsiteX3-39" fmla="*/ 4381776 w 4381776"/>
              <a:gd name="connsiteY3-40" fmla="*/ 729032 h 47437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743756">
                <a:moveTo>
                  <a:pt x="4381776" y="4743756"/>
                </a:moveTo>
                <a:lnTo>
                  <a:pt x="0" y="2015454"/>
                </a:lnTo>
                <a:lnTo>
                  <a:pt x="3211739" y="0"/>
                </a:lnTo>
                <a:lnTo>
                  <a:pt x="4381776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6" name="任意多边形: 形状 15"/>
          <p:cNvSpPr/>
          <p:nvPr userDrawn="1">
            <p:custDataLst>
              <p:tags r:id="rId33"/>
            </p:custDataLst>
          </p:nvPr>
        </p:nvSpPr>
        <p:spPr>
          <a:xfrm>
            <a:off x="5861479" y="757097"/>
            <a:ext cx="3282522" cy="3555446"/>
          </a:xfrm>
          <a:custGeom>
            <a:avLst/>
            <a:gdLst>
              <a:gd name="connsiteX0" fmla="*/ 3211739 w 4376696"/>
              <a:gd name="connsiteY0" fmla="*/ 0 h 4740594"/>
              <a:gd name="connsiteX1" fmla="*/ 4376696 w 4376696"/>
              <a:gd name="connsiteY1" fmla="*/ 725866 h 4740594"/>
              <a:gd name="connsiteX2" fmla="*/ 4376696 w 4376696"/>
              <a:gd name="connsiteY2" fmla="*/ 4740594 h 4740594"/>
              <a:gd name="connsiteX3" fmla="*/ 0 w 4376696"/>
              <a:gd name="connsiteY3" fmla="*/ 2015453 h 4740594"/>
              <a:gd name="connsiteX4" fmla="*/ 3211739 w 4376696"/>
              <a:gd name="connsiteY4" fmla="*/ 0 h 4740594"/>
              <a:gd name="connsiteX0-1" fmla="*/ 3211739 w 4386220"/>
              <a:gd name="connsiteY0-2" fmla="*/ 0 h 4740594"/>
              <a:gd name="connsiteX1-3" fmla="*/ 4376696 w 4386220"/>
              <a:gd name="connsiteY1-4" fmla="*/ 725866 h 4740594"/>
              <a:gd name="connsiteX2-5" fmla="*/ 4386220 w 4386220"/>
              <a:gd name="connsiteY2-6" fmla="*/ 2190937 h 4740594"/>
              <a:gd name="connsiteX3-7" fmla="*/ 4376696 w 4386220"/>
              <a:gd name="connsiteY3-8" fmla="*/ 4740594 h 4740594"/>
              <a:gd name="connsiteX4-9" fmla="*/ 0 w 4386220"/>
              <a:gd name="connsiteY4-10" fmla="*/ 2015453 h 4740594"/>
              <a:gd name="connsiteX5" fmla="*/ 3211739 w 4386220"/>
              <a:gd name="connsiteY5" fmla="*/ 0 h 4740594"/>
              <a:gd name="connsiteX0-11" fmla="*/ 4386220 w 4477660"/>
              <a:gd name="connsiteY0-12" fmla="*/ 2190937 h 4740594"/>
              <a:gd name="connsiteX1-13" fmla="*/ 4376696 w 4477660"/>
              <a:gd name="connsiteY1-14" fmla="*/ 4740594 h 4740594"/>
              <a:gd name="connsiteX2-15" fmla="*/ 0 w 4477660"/>
              <a:gd name="connsiteY2-16" fmla="*/ 2015453 h 4740594"/>
              <a:gd name="connsiteX3-17" fmla="*/ 3211739 w 4477660"/>
              <a:gd name="connsiteY3-18" fmla="*/ 0 h 4740594"/>
              <a:gd name="connsiteX4-19" fmla="*/ 4376696 w 4477660"/>
              <a:gd name="connsiteY4-20" fmla="*/ 725866 h 4740594"/>
              <a:gd name="connsiteX5-21" fmla="*/ 4477660 w 4477660"/>
              <a:gd name="connsiteY5-22" fmla="*/ 2282377 h 4740594"/>
              <a:gd name="connsiteX0-23" fmla="*/ 4386220 w 4386220"/>
              <a:gd name="connsiteY0-24" fmla="*/ 2190937 h 4740594"/>
              <a:gd name="connsiteX1-25" fmla="*/ 4376696 w 4386220"/>
              <a:gd name="connsiteY1-26" fmla="*/ 4740594 h 4740594"/>
              <a:gd name="connsiteX2-27" fmla="*/ 0 w 4386220"/>
              <a:gd name="connsiteY2-28" fmla="*/ 2015453 h 4740594"/>
              <a:gd name="connsiteX3-29" fmla="*/ 3211739 w 4386220"/>
              <a:gd name="connsiteY3-30" fmla="*/ 0 h 4740594"/>
              <a:gd name="connsiteX4-31" fmla="*/ 4376696 w 4386220"/>
              <a:gd name="connsiteY4-32" fmla="*/ 725866 h 4740594"/>
              <a:gd name="connsiteX0-33" fmla="*/ 4376696 w 4376696"/>
              <a:gd name="connsiteY0-34" fmla="*/ 4740594 h 4740594"/>
              <a:gd name="connsiteX1-35" fmla="*/ 0 w 4376696"/>
              <a:gd name="connsiteY1-36" fmla="*/ 2015453 h 4740594"/>
              <a:gd name="connsiteX2-37" fmla="*/ 3211739 w 4376696"/>
              <a:gd name="connsiteY2-38" fmla="*/ 0 h 4740594"/>
              <a:gd name="connsiteX3-39" fmla="*/ 4376696 w 4376696"/>
              <a:gd name="connsiteY3-40" fmla="*/ 725866 h 47405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6696" h="4740594">
                <a:moveTo>
                  <a:pt x="4376696" y="4740594"/>
                </a:moveTo>
                <a:lnTo>
                  <a:pt x="0" y="2015453"/>
                </a:lnTo>
                <a:lnTo>
                  <a:pt x="3211739" y="0"/>
                </a:lnTo>
                <a:lnTo>
                  <a:pt x="4376696" y="72586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1" name="任意多边形: 形状 20"/>
          <p:cNvSpPr/>
          <p:nvPr userDrawn="1">
            <p:custDataLst>
              <p:tags r:id="rId34"/>
            </p:custDataLst>
          </p:nvPr>
        </p:nvSpPr>
        <p:spPr>
          <a:xfrm>
            <a:off x="5867670" y="941881"/>
            <a:ext cx="3276331" cy="3551591"/>
          </a:xfrm>
          <a:custGeom>
            <a:avLst/>
            <a:gdLst>
              <a:gd name="connsiteX0" fmla="*/ 3211739 w 4368441"/>
              <a:gd name="connsiteY0" fmla="*/ 0 h 4735455"/>
              <a:gd name="connsiteX1" fmla="*/ 4368441 w 4368441"/>
              <a:gd name="connsiteY1" fmla="*/ 720724 h 4735455"/>
              <a:gd name="connsiteX2" fmla="*/ 4368440 w 4368441"/>
              <a:gd name="connsiteY2" fmla="*/ 4735455 h 4735455"/>
              <a:gd name="connsiteX3" fmla="*/ 0 w 4368441"/>
              <a:gd name="connsiteY3" fmla="*/ 2015455 h 4735455"/>
              <a:gd name="connsiteX4" fmla="*/ 3211739 w 4368441"/>
              <a:gd name="connsiteY4" fmla="*/ 0 h 4735455"/>
              <a:gd name="connsiteX0-1" fmla="*/ 3211739 w 4692028"/>
              <a:gd name="connsiteY0-2" fmla="*/ 0 h 4738800"/>
              <a:gd name="connsiteX1-3" fmla="*/ 4368441 w 4692028"/>
              <a:gd name="connsiteY1-4" fmla="*/ 720724 h 4738800"/>
              <a:gd name="connsiteX2-5" fmla="*/ 4368440 w 4692028"/>
              <a:gd name="connsiteY2-6" fmla="*/ 2535109 h 4738800"/>
              <a:gd name="connsiteX3-7" fmla="*/ 4368440 w 4692028"/>
              <a:gd name="connsiteY3-8" fmla="*/ 4735455 h 4738800"/>
              <a:gd name="connsiteX4-9" fmla="*/ 0 w 4692028"/>
              <a:gd name="connsiteY4-10" fmla="*/ 2015455 h 4738800"/>
              <a:gd name="connsiteX5" fmla="*/ 3211739 w 4692028"/>
              <a:gd name="connsiteY5" fmla="*/ 0 h 4738800"/>
              <a:gd name="connsiteX0-11" fmla="*/ 4368440 w 4692028"/>
              <a:gd name="connsiteY0-12" fmla="*/ 2535109 h 4738800"/>
              <a:gd name="connsiteX1-13" fmla="*/ 4368440 w 4692028"/>
              <a:gd name="connsiteY1-14" fmla="*/ 4735455 h 4738800"/>
              <a:gd name="connsiteX2-15" fmla="*/ 0 w 4692028"/>
              <a:gd name="connsiteY2-16" fmla="*/ 2015455 h 4738800"/>
              <a:gd name="connsiteX3-17" fmla="*/ 3211739 w 4692028"/>
              <a:gd name="connsiteY3-18" fmla="*/ 0 h 4738800"/>
              <a:gd name="connsiteX4-19" fmla="*/ 4368441 w 4692028"/>
              <a:gd name="connsiteY4-20" fmla="*/ 720724 h 4738800"/>
              <a:gd name="connsiteX5-21" fmla="*/ 4459880 w 4692028"/>
              <a:gd name="connsiteY5-22" fmla="*/ 2626549 h 4738800"/>
              <a:gd name="connsiteX0-23" fmla="*/ 4368440 w 4692028"/>
              <a:gd name="connsiteY0-24" fmla="*/ 2535109 h 4738800"/>
              <a:gd name="connsiteX1-25" fmla="*/ 4368440 w 4692028"/>
              <a:gd name="connsiteY1-26" fmla="*/ 4735455 h 4738800"/>
              <a:gd name="connsiteX2-27" fmla="*/ 0 w 4692028"/>
              <a:gd name="connsiteY2-28" fmla="*/ 2015455 h 4738800"/>
              <a:gd name="connsiteX3-29" fmla="*/ 3211739 w 4692028"/>
              <a:gd name="connsiteY3-30" fmla="*/ 0 h 4738800"/>
              <a:gd name="connsiteX4-31" fmla="*/ 4368441 w 4692028"/>
              <a:gd name="connsiteY4-32" fmla="*/ 720724 h 4738800"/>
              <a:gd name="connsiteX0-33" fmla="*/ 4368440 w 4368441"/>
              <a:gd name="connsiteY0-34" fmla="*/ 4735455 h 4735455"/>
              <a:gd name="connsiteX1-35" fmla="*/ 0 w 4368441"/>
              <a:gd name="connsiteY1-36" fmla="*/ 2015455 h 4735455"/>
              <a:gd name="connsiteX2-37" fmla="*/ 3211739 w 4368441"/>
              <a:gd name="connsiteY2-38" fmla="*/ 0 h 4735455"/>
              <a:gd name="connsiteX3-39" fmla="*/ 4368441 w 4368441"/>
              <a:gd name="connsiteY3-40" fmla="*/ 720724 h 47354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68441" h="4735455">
                <a:moveTo>
                  <a:pt x="4368440" y="4735455"/>
                </a:moveTo>
                <a:lnTo>
                  <a:pt x="0" y="2015455"/>
                </a:lnTo>
                <a:lnTo>
                  <a:pt x="3211739" y="0"/>
                </a:lnTo>
                <a:lnTo>
                  <a:pt x="4368441" y="720724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6" name="任意多边形: 形状 25"/>
          <p:cNvSpPr/>
          <p:nvPr userDrawn="1">
            <p:custDataLst>
              <p:tags r:id="rId35"/>
            </p:custDataLst>
          </p:nvPr>
        </p:nvSpPr>
        <p:spPr>
          <a:xfrm>
            <a:off x="5857668" y="1126665"/>
            <a:ext cx="3286332" cy="3557819"/>
          </a:xfrm>
          <a:custGeom>
            <a:avLst/>
            <a:gdLst>
              <a:gd name="connsiteX0" fmla="*/ 3211739 w 4381776"/>
              <a:gd name="connsiteY0" fmla="*/ 0 h 4743758"/>
              <a:gd name="connsiteX1" fmla="*/ 4381776 w 4381776"/>
              <a:gd name="connsiteY1" fmla="*/ 729033 h 4743758"/>
              <a:gd name="connsiteX2" fmla="*/ 4381776 w 4381776"/>
              <a:gd name="connsiteY2" fmla="*/ 4743758 h 4743758"/>
              <a:gd name="connsiteX3" fmla="*/ 0 w 4381776"/>
              <a:gd name="connsiteY3" fmla="*/ 2015455 h 4743758"/>
              <a:gd name="connsiteX4" fmla="*/ 3211739 w 4381776"/>
              <a:gd name="connsiteY4" fmla="*/ 0 h 4743758"/>
              <a:gd name="connsiteX0-1" fmla="*/ 3211739 w 4381776"/>
              <a:gd name="connsiteY0-2" fmla="*/ 0 h 4743758"/>
              <a:gd name="connsiteX1-3" fmla="*/ 4381776 w 4381776"/>
              <a:gd name="connsiteY1-4" fmla="*/ 729033 h 4743758"/>
              <a:gd name="connsiteX2-5" fmla="*/ 4381776 w 4381776"/>
              <a:gd name="connsiteY2-6" fmla="*/ 2498280 h 4743758"/>
              <a:gd name="connsiteX3-7" fmla="*/ 4381776 w 4381776"/>
              <a:gd name="connsiteY3-8" fmla="*/ 4743758 h 4743758"/>
              <a:gd name="connsiteX4-9" fmla="*/ 0 w 4381776"/>
              <a:gd name="connsiteY4-10" fmla="*/ 2015455 h 4743758"/>
              <a:gd name="connsiteX5" fmla="*/ 3211739 w 4381776"/>
              <a:gd name="connsiteY5" fmla="*/ 0 h 4743758"/>
              <a:gd name="connsiteX0-11" fmla="*/ 4381776 w 4473216"/>
              <a:gd name="connsiteY0-12" fmla="*/ 2498280 h 4743758"/>
              <a:gd name="connsiteX1-13" fmla="*/ 4381776 w 4473216"/>
              <a:gd name="connsiteY1-14" fmla="*/ 4743758 h 4743758"/>
              <a:gd name="connsiteX2-15" fmla="*/ 0 w 4473216"/>
              <a:gd name="connsiteY2-16" fmla="*/ 2015455 h 4743758"/>
              <a:gd name="connsiteX3-17" fmla="*/ 3211739 w 4473216"/>
              <a:gd name="connsiteY3-18" fmla="*/ 0 h 4743758"/>
              <a:gd name="connsiteX4-19" fmla="*/ 4381776 w 4473216"/>
              <a:gd name="connsiteY4-20" fmla="*/ 729033 h 4743758"/>
              <a:gd name="connsiteX5-21" fmla="*/ 4473216 w 4473216"/>
              <a:gd name="connsiteY5-22" fmla="*/ 2589720 h 4743758"/>
              <a:gd name="connsiteX0-23" fmla="*/ 4381776 w 4381776"/>
              <a:gd name="connsiteY0-24" fmla="*/ 2498280 h 4743758"/>
              <a:gd name="connsiteX1-25" fmla="*/ 4381776 w 4381776"/>
              <a:gd name="connsiteY1-26" fmla="*/ 4743758 h 4743758"/>
              <a:gd name="connsiteX2-27" fmla="*/ 0 w 4381776"/>
              <a:gd name="connsiteY2-28" fmla="*/ 2015455 h 4743758"/>
              <a:gd name="connsiteX3-29" fmla="*/ 3211739 w 4381776"/>
              <a:gd name="connsiteY3-30" fmla="*/ 0 h 4743758"/>
              <a:gd name="connsiteX4-31" fmla="*/ 4381776 w 4381776"/>
              <a:gd name="connsiteY4-32" fmla="*/ 729033 h 4743758"/>
              <a:gd name="connsiteX0-33" fmla="*/ 4381776 w 4381776"/>
              <a:gd name="connsiteY0-34" fmla="*/ 4743758 h 4743758"/>
              <a:gd name="connsiteX1-35" fmla="*/ 0 w 4381776"/>
              <a:gd name="connsiteY1-36" fmla="*/ 2015455 h 4743758"/>
              <a:gd name="connsiteX2-37" fmla="*/ 3211739 w 4381776"/>
              <a:gd name="connsiteY2-38" fmla="*/ 0 h 4743758"/>
              <a:gd name="connsiteX3-39" fmla="*/ 4381776 w 4381776"/>
              <a:gd name="connsiteY3-40" fmla="*/ 729033 h 47437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743758">
                <a:moveTo>
                  <a:pt x="4381776" y="4743758"/>
                </a:moveTo>
                <a:lnTo>
                  <a:pt x="0" y="2015455"/>
                </a:lnTo>
                <a:lnTo>
                  <a:pt x="3211739" y="0"/>
                </a:lnTo>
                <a:lnTo>
                  <a:pt x="4381776" y="729033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1" name="任意多边形: 形状 30"/>
          <p:cNvSpPr/>
          <p:nvPr userDrawn="1">
            <p:custDataLst>
              <p:tags r:id="rId36"/>
            </p:custDataLst>
          </p:nvPr>
        </p:nvSpPr>
        <p:spPr>
          <a:xfrm>
            <a:off x="5858144" y="1310499"/>
            <a:ext cx="3285856" cy="3557522"/>
          </a:xfrm>
          <a:custGeom>
            <a:avLst/>
            <a:gdLst>
              <a:gd name="connsiteX0" fmla="*/ 3211739 w 4381141"/>
              <a:gd name="connsiteY0" fmla="*/ 0 h 4743362"/>
              <a:gd name="connsiteX1" fmla="*/ 4381141 w 4381141"/>
              <a:gd name="connsiteY1" fmla="*/ 728636 h 4743362"/>
              <a:gd name="connsiteX2" fmla="*/ 4381141 w 4381141"/>
              <a:gd name="connsiteY2" fmla="*/ 4743362 h 4743362"/>
              <a:gd name="connsiteX3" fmla="*/ 0 w 4381141"/>
              <a:gd name="connsiteY3" fmla="*/ 2015454 h 4743362"/>
              <a:gd name="connsiteX4" fmla="*/ 3211739 w 4381141"/>
              <a:gd name="connsiteY4" fmla="*/ 0 h 4743362"/>
              <a:gd name="connsiteX0-1" fmla="*/ 3211739 w 4390666"/>
              <a:gd name="connsiteY0-2" fmla="*/ 0 h 4743362"/>
              <a:gd name="connsiteX1-3" fmla="*/ 4381141 w 4390666"/>
              <a:gd name="connsiteY1-4" fmla="*/ 728636 h 4743362"/>
              <a:gd name="connsiteX2-5" fmla="*/ 4390666 w 4390666"/>
              <a:gd name="connsiteY2-6" fmla="*/ 2338893 h 4743362"/>
              <a:gd name="connsiteX3-7" fmla="*/ 4381141 w 4390666"/>
              <a:gd name="connsiteY3-8" fmla="*/ 4743362 h 4743362"/>
              <a:gd name="connsiteX4-9" fmla="*/ 0 w 4390666"/>
              <a:gd name="connsiteY4-10" fmla="*/ 2015454 h 4743362"/>
              <a:gd name="connsiteX5" fmla="*/ 3211739 w 4390666"/>
              <a:gd name="connsiteY5" fmla="*/ 0 h 4743362"/>
              <a:gd name="connsiteX0-11" fmla="*/ 4390666 w 4482106"/>
              <a:gd name="connsiteY0-12" fmla="*/ 2338893 h 4743362"/>
              <a:gd name="connsiteX1-13" fmla="*/ 4381141 w 4482106"/>
              <a:gd name="connsiteY1-14" fmla="*/ 4743362 h 4743362"/>
              <a:gd name="connsiteX2-15" fmla="*/ 0 w 4482106"/>
              <a:gd name="connsiteY2-16" fmla="*/ 2015454 h 4743362"/>
              <a:gd name="connsiteX3-17" fmla="*/ 3211739 w 4482106"/>
              <a:gd name="connsiteY3-18" fmla="*/ 0 h 4743362"/>
              <a:gd name="connsiteX4-19" fmla="*/ 4381141 w 4482106"/>
              <a:gd name="connsiteY4-20" fmla="*/ 728636 h 4743362"/>
              <a:gd name="connsiteX5-21" fmla="*/ 4482106 w 4482106"/>
              <a:gd name="connsiteY5-22" fmla="*/ 2430333 h 4743362"/>
              <a:gd name="connsiteX0-23" fmla="*/ 4390666 w 4390666"/>
              <a:gd name="connsiteY0-24" fmla="*/ 2338893 h 4743362"/>
              <a:gd name="connsiteX1-25" fmla="*/ 4381141 w 4390666"/>
              <a:gd name="connsiteY1-26" fmla="*/ 4743362 h 4743362"/>
              <a:gd name="connsiteX2-27" fmla="*/ 0 w 4390666"/>
              <a:gd name="connsiteY2-28" fmla="*/ 2015454 h 4743362"/>
              <a:gd name="connsiteX3-29" fmla="*/ 3211739 w 4390666"/>
              <a:gd name="connsiteY3-30" fmla="*/ 0 h 4743362"/>
              <a:gd name="connsiteX4-31" fmla="*/ 4381141 w 4390666"/>
              <a:gd name="connsiteY4-32" fmla="*/ 728636 h 4743362"/>
              <a:gd name="connsiteX0-33" fmla="*/ 4381141 w 4381141"/>
              <a:gd name="connsiteY0-34" fmla="*/ 4743362 h 4743362"/>
              <a:gd name="connsiteX1-35" fmla="*/ 0 w 4381141"/>
              <a:gd name="connsiteY1-36" fmla="*/ 2015454 h 4743362"/>
              <a:gd name="connsiteX2-37" fmla="*/ 3211739 w 4381141"/>
              <a:gd name="connsiteY2-38" fmla="*/ 0 h 4743362"/>
              <a:gd name="connsiteX3-39" fmla="*/ 4381141 w 4381141"/>
              <a:gd name="connsiteY3-40" fmla="*/ 728636 h 47433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141" h="4743362">
                <a:moveTo>
                  <a:pt x="4381141" y="4743362"/>
                </a:moveTo>
                <a:lnTo>
                  <a:pt x="0" y="2015454"/>
                </a:lnTo>
                <a:lnTo>
                  <a:pt x="3211739" y="0"/>
                </a:lnTo>
                <a:lnTo>
                  <a:pt x="4381141" y="728636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5" name="任意多边形: 形状 34"/>
          <p:cNvSpPr/>
          <p:nvPr userDrawn="1">
            <p:custDataLst>
              <p:tags r:id="rId37"/>
            </p:custDataLst>
          </p:nvPr>
        </p:nvSpPr>
        <p:spPr>
          <a:xfrm>
            <a:off x="5857669" y="1489091"/>
            <a:ext cx="3286332" cy="3557818"/>
          </a:xfrm>
          <a:custGeom>
            <a:avLst/>
            <a:gdLst>
              <a:gd name="connsiteX0" fmla="*/ 3211738 w 4381776"/>
              <a:gd name="connsiteY0" fmla="*/ 0 h 4743757"/>
              <a:gd name="connsiteX1" fmla="*/ 4381776 w 4381776"/>
              <a:gd name="connsiteY1" fmla="*/ 729033 h 4743757"/>
              <a:gd name="connsiteX2" fmla="*/ 4381776 w 4381776"/>
              <a:gd name="connsiteY2" fmla="*/ 4743757 h 4743757"/>
              <a:gd name="connsiteX3" fmla="*/ 0 w 4381776"/>
              <a:gd name="connsiteY3" fmla="*/ 2015455 h 4743757"/>
              <a:gd name="connsiteX4" fmla="*/ 3211738 w 4381776"/>
              <a:gd name="connsiteY4" fmla="*/ 0 h 4743757"/>
              <a:gd name="connsiteX0-1" fmla="*/ 3211738 w 4381776"/>
              <a:gd name="connsiteY0-2" fmla="*/ 0 h 4743757"/>
              <a:gd name="connsiteX1-3" fmla="*/ 4381776 w 4381776"/>
              <a:gd name="connsiteY1-4" fmla="*/ 729033 h 4743757"/>
              <a:gd name="connsiteX2-5" fmla="*/ 4381775 w 4381776"/>
              <a:gd name="connsiteY2-6" fmla="*/ 2653220 h 4743757"/>
              <a:gd name="connsiteX3-7" fmla="*/ 4381776 w 4381776"/>
              <a:gd name="connsiteY3-8" fmla="*/ 4743757 h 4743757"/>
              <a:gd name="connsiteX4-9" fmla="*/ 0 w 4381776"/>
              <a:gd name="connsiteY4-10" fmla="*/ 2015455 h 4743757"/>
              <a:gd name="connsiteX5" fmla="*/ 3211738 w 4381776"/>
              <a:gd name="connsiteY5" fmla="*/ 0 h 4743757"/>
              <a:gd name="connsiteX0-11" fmla="*/ 4381775 w 4473215"/>
              <a:gd name="connsiteY0-12" fmla="*/ 2653220 h 4743757"/>
              <a:gd name="connsiteX1-13" fmla="*/ 4381776 w 4473215"/>
              <a:gd name="connsiteY1-14" fmla="*/ 4743757 h 4743757"/>
              <a:gd name="connsiteX2-15" fmla="*/ 0 w 4473215"/>
              <a:gd name="connsiteY2-16" fmla="*/ 2015455 h 4743757"/>
              <a:gd name="connsiteX3-17" fmla="*/ 3211738 w 4473215"/>
              <a:gd name="connsiteY3-18" fmla="*/ 0 h 4743757"/>
              <a:gd name="connsiteX4-19" fmla="*/ 4381776 w 4473215"/>
              <a:gd name="connsiteY4-20" fmla="*/ 729033 h 4743757"/>
              <a:gd name="connsiteX5-21" fmla="*/ 4473215 w 4473215"/>
              <a:gd name="connsiteY5-22" fmla="*/ 2744660 h 4743757"/>
              <a:gd name="connsiteX0-23" fmla="*/ 4381775 w 4381776"/>
              <a:gd name="connsiteY0-24" fmla="*/ 2653220 h 4743757"/>
              <a:gd name="connsiteX1-25" fmla="*/ 4381776 w 4381776"/>
              <a:gd name="connsiteY1-26" fmla="*/ 4743757 h 4743757"/>
              <a:gd name="connsiteX2-27" fmla="*/ 0 w 4381776"/>
              <a:gd name="connsiteY2-28" fmla="*/ 2015455 h 4743757"/>
              <a:gd name="connsiteX3-29" fmla="*/ 3211738 w 4381776"/>
              <a:gd name="connsiteY3-30" fmla="*/ 0 h 4743757"/>
              <a:gd name="connsiteX4-31" fmla="*/ 4381776 w 4381776"/>
              <a:gd name="connsiteY4-32" fmla="*/ 729033 h 4743757"/>
              <a:gd name="connsiteX0-33" fmla="*/ 4381776 w 4381776"/>
              <a:gd name="connsiteY0-34" fmla="*/ 4743757 h 4743757"/>
              <a:gd name="connsiteX1-35" fmla="*/ 0 w 4381776"/>
              <a:gd name="connsiteY1-36" fmla="*/ 2015455 h 4743757"/>
              <a:gd name="connsiteX2-37" fmla="*/ 3211738 w 4381776"/>
              <a:gd name="connsiteY2-38" fmla="*/ 0 h 4743757"/>
              <a:gd name="connsiteX3-39" fmla="*/ 4381776 w 4381776"/>
              <a:gd name="connsiteY3-40" fmla="*/ 729033 h 47437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743757">
                <a:moveTo>
                  <a:pt x="4381776" y="4743757"/>
                </a:moveTo>
                <a:lnTo>
                  <a:pt x="0" y="2015455"/>
                </a:lnTo>
                <a:lnTo>
                  <a:pt x="3211738" y="0"/>
                </a:lnTo>
                <a:lnTo>
                  <a:pt x="4381776" y="729033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0" name="任意多边形: 形状 39"/>
          <p:cNvSpPr/>
          <p:nvPr userDrawn="1">
            <p:custDataLst>
              <p:tags r:id="rId38"/>
            </p:custDataLst>
          </p:nvPr>
        </p:nvSpPr>
        <p:spPr>
          <a:xfrm>
            <a:off x="5857667" y="1667686"/>
            <a:ext cx="3286332" cy="3475814"/>
          </a:xfrm>
          <a:custGeom>
            <a:avLst/>
            <a:gdLst>
              <a:gd name="connsiteX0" fmla="*/ 3211739 w 4381776"/>
              <a:gd name="connsiteY0" fmla="*/ 0 h 4634419"/>
              <a:gd name="connsiteX1" fmla="*/ 4381776 w 4381776"/>
              <a:gd name="connsiteY1" fmla="*/ 729032 h 4634419"/>
              <a:gd name="connsiteX2" fmla="*/ 4381776 w 4381776"/>
              <a:gd name="connsiteY2" fmla="*/ 4634419 h 4634419"/>
              <a:gd name="connsiteX3" fmla="*/ 4206176 w 4381776"/>
              <a:gd name="connsiteY3" fmla="*/ 4634419 h 4634419"/>
              <a:gd name="connsiteX4" fmla="*/ 0 w 4381776"/>
              <a:gd name="connsiteY4" fmla="*/ 2015454 h 4634419"/>
              <a:gd name="connsiteX5" fmla="*/ 3211739 w 4381776"/>
              <a:gd name="connsiteY5" fmla="*/ 0 h 4634419"/>
              <a:gd name="connsiteX0-1" fmla="*/ 4381776 w 4473216"/>
              <a:gd name="connsiteY0-2" fmla="*/ 4634419 h 4725859"/>
              <a:gd name="connsiteX1-3" fmla="*/ 4206176 w 4473216"/>
              <a:gd name="connsiteY1-4" fmla="*/ 4634419 h 4725859"/>
              <a:gd name="connsiteX2-5" fmla="*/ 0 w 4473216"/>
              <a:gd name="connsiteY2-6" fmla="*/ 2015454 h 4725859"/>
              <a:gd name="connsiteX3-7" fmla="*/ 3211739 w 4473216"/>
              <a:gd name="connsiteY3-8" fmla="*/ 0 h 4725859"/>
              <a:gd name="connsiteX4-9" fmla="*/ 4381776 w 4473216"/>
              <a:gd name="connsiteY4-10" fmla="*/ 729032 h 4725859"/>
              <a:gd name="connsiteX5-11" fmla="*/ 4473216 w 4473216"/>
              <a:gd name="connsiteY5-12" fmla="*/ 4725859 h 4725859"/>
              <a:gd name="connsiteX0-13" fmla="*/ 4381776 w 4381776"/>
              <a:gd name="connsiteY0-14" fmla="*/ 4634419 h 4634419"/>
              <a:gd name="connsiteX1-15" fmla="*/ 4206176 w 4381776"/>
              <a:gd name="connsiteY1-16" fmla="*/ 4634419 h 4634419"/>
              <a:gd name="connsiteX2-17" fmla="*/ 0 w 4381776"/>
              <a:gd name="connsiteY2-18" fmla="*/ 2015454 h 4634419"/>
              <a:gd name="connsiteX3-19" fmla="*/ 3211739 w 4381776"/>
              <a:gd name="connsiteY3-20" fmla="*/ 0 h 4634419"/>
              <a:gd name="connsiteX4-21" fmla="*/ 4381776 w 4381776"/>
              <a:gd name="connsiteY4-22" fmla="*/ 729032 h 4634419"/>
              <a:gd name="connsiteX0-23" fmla="*/ 4206176 w 4381776"/>
              <a:gd name="connsiteY0-24" fmla="*/ 4634419 h 4634419"/>
              <a:gd name="connsiteX1-25" fmla="*/ 0 w 4381776"/>
              <a:gd name="connsiteY1-26" fmla="*/ 2015454 h 4634419"/>
              <a:gd name="connsiteX2-27" fmla="*/ 3211739 w 4381776"/>
              <a:gd name="connsiteY2-28" fmla="*/ 0 h 4634419"/>
              <a:gd name="connsiteX3-29" fmla="*/ 4381776 w 4381776"/>
              <a:gd name="connsiteY3-30" fmla="*/ 729032 h 46344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4634419">
                <a:moveTo>
                  <a:pt x="4206176" y="4634419"/>
                </a:moveTo>
                <a:lnTo>
                  <a:pt x="0" y="2015454"/>
                </a:lnTo>
                <a:lnTo>
                  <a:pt x="3211739" y="0"/>
                </a:lnTo>
                <a:lnTo>
                  <a:pt x="4381776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 dirty="0"/>
          </a:p>
        </p:txBody>
      </p:sp>
      <p:sp>
        <p:nvSpPr>
          <p:cNvPr id="44" name="任意多边形: 形状 43"/>
          <p:cNvSpPr/>
          <p:nvPr userDrawn="1">
            <p:custDataLst>
              <p:tags r:id="rId39"/>
            </p:custDataLst>
          </p:nvPr>
        </p:nvSpPr>
        <p:spPr>
          <a:xfrm>
            <a:off x="5861955" y="1847231"/>
            <a:ext cx="3282045" cy="3296269"/>
          </a:xfrm>
          <a:custGeom>
            <a:avLst/>
            <a:gdLst>
              <a:gd name="connsiteX0" fmla="*/ 3211738 w 4376060"/>
              <a:gd name="connsiteY0" fmla="*/ 0 h 4395025"/>
              <a:gd name="connsiteX1" fmla="*/ 4376060 w 4376060"/>
              <a:gd name="connsiteY1" fmla="*/ 725472 h 4395025"/>
              <a:gd name="connsiteX2" fmla="*/ 4376060 w 4376060"/>
              <a:gd name="connsiteY2" fmla="*/ 4395025 h 4395025"/>
              <a:gd name="connsiteX3" fmla="*/ 3917406 w 4376060"/>
              <a:gd name="connsiteY3" fmla="*/ 4395025 h 4395025"/>
              <a:gd name="connsiteX4" fmla="*/ 3917199 w 4376060"/>
              <a:gd name="connsiteY4" fmla="*/ 4395025 h 4395025"/>
              <a:gd name="connsiteX5" fmla="*/ 3821696 w 4376060"/>
              <a:gd name="connsiteY5" fmla="*/ 4395025 h 4395025"/>
              <a:gd name="connsiteX6" fmla="*/ 0 w 4376060"/>
              <a:gd name="connsiteY6" fmla="*/ 2015455 h 4395025"/>
              <a:gd name="connsiteX7" fmla="*/ 3211738 w 4376060"/>
              <a:gd name="connsiteY7" fmla="*/ 0 h 4395025"/>
              <a:gd name="connsiteX0-1" fmla="*/ 4376060 w 4467500"/>
              <a:gd name="connsiteY0-2" fmla="*/ 4395025 h 4486465"/>
              <a:gd name="connsiteX1-3" fmla="*/ 3917406 w 4467500"/>
              <a:gd name="connsiteY1-4" fmla="*/ 4395025 h 4486465"/>
              <a:gd name="connsiteX2-5" fmla="*/ 3917199 w 4467500"/>
              <a:gd name="connsiteY2-6" fmla="*/ 4395025 h 4486465"/>
              <a:gd name="connsiteX3-7" fmla="*/ 3821696 w 4467500"/>
              <a:gd name="connsiteY3-8" fmla="*/ 4395025 h 4486465"/>
              <a:gd name="connsiteX4-9" fmla="*/ 0 w 4467500"/>
              <a:gd name="connsiteY4-10" fmla="*/ 2015455 h 4486465"/>
              <a:gd name="connsiteX5-11" fmla="*/ 3211738 w 4467500"/>
              <a:gd name="connsiteY5-12" fmla="*/ 0 h 4486465"/>
              <a:gd name="connsiteX6-13" fmla="*/ 4376060 w 4467500"/>
              <a:gd name="connsiteY6-14" fmla="*/ 725472 h 4486465"/>
              <a:gd name="connsiteX7-15" fmla="*/ 4467500 w 4467500"/>
              <a:gd name="connsiteY7-16" fmla="*/ 4486465 h 4486465"/>
              <a:gd name="connsiteX0-17" fmla="*/ 4376060 w 4376060"/>
              <a:gd name="connsiteY0-18" fmla="*/ 4395025 h 4395025"/>
              <a:gd name="connsiteX1-19" fmla="*/ 3917406 w 4376060"/>
              <a:gd name="connsiteY1-20" fmla="*/ 4395025 h 4395025"/>
              <a:gd name="connsiteX2-21" fmla="*/ 3917199 w 4376060"/>
              <a:gd name="connsiteY2-22" fmla="*/ 4395025 h 4395025"/>
              <a:gd name="connsiteX3-23" fmla="*/ 3821696 w 4376060"/>
              <a:gd name="connsiteY3-24" fmla="*/ 4395025 h 4395025"/>
              <a:gd name="connsiteX4-25" fmla="*/ 0 w 4376060"/>
              <a:gd name="connsiteY4-26" fmla="*/ 2015455 h 4395025"/>
              <a:gd name="connsiteX5-27" fmla="*/ 3211738 w 4376060"/>
              <a:gd name="connsiteY5-28" fmla="*/ 0 h 4395025"/>
              <a:gd name="connsiteX6-29" fmla="*/ 4376060 w 4376060"/>
              <a:gd name="connsiteY6-30" fmla="*/ 725472 h 4395025"/>
              <a:gd name="connsiteX0-31" fmla="*/ 3917406 w 4376060"/>
              <a:gd name="connsiteY0-32" fmla="*/ 4395025 h 4395025"/>
              <a:gd name="connsiteX1-33" fmla="*/ 3917199 w 4376060"/>
              <a:gd name="connsiteY1-34" fmla="*/ 4395025 h 4395025"/>
              <a:gd name="connsiteX2-35" fmla="*/ 3821696 w 4376060"/>
              <a:gd name="connsiteY2-36" fmla="*/ 4395025 h 4395025"/>
              <a:gd name="connsiteX3-37" fmla="*/ 0 w 4376060"/>
              <a:gd name="connsiteY3-38" fmla="*/ 2015455 h 4395025"/>
              <a:gd name="connsiteX4-39" fmla="*/ 3211738 w 4376060"/>
              <a:gd name="connsiteY4-40" fmla="*/ 0 h 4395025"/>
              <a:gd name="connsiteX5-41" fmla="*/ 4376060 w 4376060"/>
              <a:gd name="connsiteY5-42" fmla="*/ 725472 h 4395025"/>
              <a:gd name="connsiteX0-43" fmla="*/ 3917406 w 4376060"/>
              <a:gd name="connsiteY0-44" fmla="*/ 4395025 h 4395025"/>
              <a:gd name="connsiteX1-45" fmla="*/ 3821696 w 4376060"/>
              <a:gd name="connsiteY1-46" fmla="*/ 4395025 h 4395025"/>
              <a:gd name="connsiteX2-47" fmla="*/ 0 w 4376060"/>
              <a:gd name="connsiteY2-48" fmla="*/ 2015455 h 4395025"/>
              <a:gd name="connsiteX3-49" fmla="*/ 3211738 w 4376060"/>
              <a:gd name="connsiteY3-50" fmla="*/ 0 h 4395025"/>
              <a:gd name="connsiteX4-51" fmla="*/ 4376060 w 4376060"/>
              <a:gd name="connsiteY4-52" fmla="*/ 725472 h 4395025"/>
              <a:gd name="connsiteX0-53" fmla="*/ 3821696 w 4376060"/>
              <a:gd name="connsiteY0-54" fmla="*/ 4395025 h 4395025"/>
              <a:gd name="connsiteX1-55" fmla="*/ 0 w 4376060"/>
              <a:gd name="connsiteY1-56" fmla="*/ 2015455 h 4395025"/>
              <a:gd name="connsiteX2-57" fmla="*/ 3211738 w 4376060"/>
              <a:gd name="connsiteY2-58" fmla="*/ 0 h 4395025"/>
              <a:gd name="connsiteX3-59" fmla="*/ 4376060 w 4376060"/>
              <a:gd name="connsiteY3-60" fmla="*/ 725472 h 43950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6060" h="4395025">
                <a:moveTo>
                  <a:pt x="3821696" y="4395025"/>
                </a:moveTo>
                <a:lnTo>
                  <a:pt x="0" y="2015455"/>
                </a:lnTo>
                <a:lnTo>
                  <a:pt x="3211738" y="0"/>
                </a:lnTo>
                <a:lnTo>
                  <a:pt x="4376060" y="72547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7" name="任意多边形: 形状 46"/>
          <p:cNvSpPr/>
          <p:nvPr userDrawn="1">
            <p:custDataLst>
              <p:tags r:id="rId40"/>
            </p:custDataLst>
          </p:nvPr>
        </p:nvSpPr>
        <p:spPr>
          <a:xfrm>
            <a:off x="5862431" y="2025827"/>
            <a:ext cx="3281570" cy="3117674"/>
          </a:xfrm>
          <a:custGeom>
            <a:avLst/>
            <a:gdLst>
              <a:gd name="connsiteX0" fmla="*/ 3211739 w 4375426"/>
              <a:gd name="connsiteY0" fmla="*/ 0 h 4156899"/>
              <a:gd name="connsiteX1" fmla="*/ 4375426 w 4375426"/>
              <a:gd name="connsiteY1" fmla="*/ 725075 h 4156899"/>
              <a:gd name="connsiteX2" fmla="*/ 4375426 w 4375426"/>
              <a:gd name="connsiteY2" fmla="*/ 4156899 h 4156899"/>
              <a:gd name="connsiteX3" fmla="*/ 3916771 w 4375426"/>
              <a:gd name="connsiteY3" fmla="*/ 4156898 h 4156899"/>
              <a:gd name="connsiteX4" fmla="*/ 3916565 w 4375426"/>
              <a:gd name="connsiteY4" fmla="*/ 4156898 h 4156899"/>
              <a:gd name="connsiteX5" fmla="*/ 3439257 w 4375426"/>
              <a:gd name="connsiteY5" fmla="*/ 4156898 h 4156899"/>
              <a:gd name="connsiteX6" fmla="*/ 0 w 4375426"/>
              <a:gd name="connsiteY6" fmla="*/ 2015453 h 4156899"/>
              <a:gd name="connsiteX7" fmla="*/ 3211739 w 4375426"/>
              <a:gd name="connsiteY7" fmla="*/ 0 h 4156899"/>
              <a:gd name="connsiteX0-1" fmla="*/ 3211739 w 4375426"/>
              <a:gd name="connsiteY0-2" fmla="*/ 0 h 4156898"/>
              <a:gd name="connsiteX1-3" fmla="*/ 4375426 w 4375426"/>
              <a:gd name="connsiteY1-4" fmla="*/ 725075 h 4156898"/>
              <a:gd name="connsiteX2-5" fmla="*/ 3916771 w 4375426"/>
              <a:gd name="connsiteY2-6" fmla="*/ 4156898 h 4156898"/>
              <a:gd name="connsiteX3-7" fmla="*/ 3916565 w 4375426"/>
              <a:gd name="connsiteY3-8" fmla="*/ 4156898 h 4156898"/>
              <a:gd name="connsiteX4-9" fmla="*/ 3439257 w 4375426"/>
              <a:gd name="connsiteY4-10" fmla="*/ 4156898 h 4156898"/>
              <a:gd name="connsiteX5-11" fmla="*/ 0 w 4375426"/>
              <a:gd name="connsiteY5-12" fmla="*/ 2015453 h 4156898"/>
              <a:gd name="connsiteX6-13" fmla="*/ 3211739 w 4375426"/>
              <a:gd name="connsiteY6-14" fmla="*/ 0 h 4156898"/>
              <a:gd name="connsiteX0-15" fmla="*/ 3916565 w 4375426"/>
              <a:gd name="connsiteY0-16" fmla="*/ 4156898 h 4248338"/>
              <a:gd name="connsiteX1-17" fmla="*/ 3439257 w 4375426"/>
              <a:gd name="connsiteY1-18" fmla="*/ 4156898 h 4248338"/>
              <a:gd name="connsiteX2-19" fmla="*/ 0 w 4375426"/>
              <a:gd name="connsiteY2-20" fmla="*/ 2015453 h 4248338"/>
              <a:gd name="connsiteX3-21" fmla="*/ 3211739 w 4375426"/>
              <a:gd name="connsiteY3-22" fmla="*/ 0 h 4248338"/>
              <a:gd name="connsiteX4-23" fmla="*/ 4375426 w 4375426"/>
              <a:gd name="connsiteY4-24" fmla="*/ 725075 h 4248338"/>
              <a:gd name="connsiteX5-25" fmla="*/ 3916771 w 4375426"/>
              <a:gd name="connsiteY5-26" fmla="*/ 4156898 h 4248338"/>
              <a:gd name="connsiteX6-27" fmla="*/ 4008005 w 4375426"/>
              <a:gd name="connsiteY6-28" fmla="*/ 4248338 h 4248338"/>
              <a:gd name="connsiteX0-29" fmla="*/ 3916565 w 4375426"/>
              <a:gd name="connsiteY0-30" fmla="*/ 4156898 h 4156898"/>
              <a:gd name="connsiteX1-31" fmla="*/ 3439257 w 4375426"/>
              <a:gd name="connsiteY1-32" fmla="*/ 4156898 h 4156898"/>
              <a:gd name="connsiteX2-33" fmla="*/ 0 w 4375426"/>
              <a:gd name="connsiteY2-34" fmla="*/ 2015453 h 4156898"/>
              <a:gd name="connsiteX3-35" fmla="*/ 3211739 w 4375426"/>
              <a:gd name="connsiteY3-36" fmla="*/ 0 h 4156898"/>
              <a:gd name="connsiteX4-37" fmla="*/ 4375426 w 4375426"/>
              <a:gd name="connsiteY4-38" fmla="*/ 725075 h 4156898"/>
              <a:gd name="connsiteX5-39" fmla="*/ 3916771 w 4375426"/>
              <a:gd name="connsiteY5-40" fmla="*/ 4156898 h 4156898"/>
              <a:gd name="connsiteX0-41" fmla="*/ 3916565 w 4375426"/>
              <a:gd name="connsiteY0-42" fmla="*/ 4156898 h 4156898"/>
              <a:gd name="connsiteX1-43" fmla="*/ 3439257 w 4375426"/>
              <a:gd name="connsiteY1-44" fmla="*/ 4156898 h 4156898"/>
              <a:gd name="connsiteX2-45" fmla="*/ 0 w 4375426"/>
              <a:gd name="connsiteY2-46" fmla="*/ 2015453 h 4156898"/>
              <a:gd name="connsiteX3-47" fmla="*/ 3211739 w 4375426"/>
              <a:gd name="connsiteY3-48" fmla="*/ 0 h 4156898"/>
              <a:gd name="connsiteX4-49" fmla="*/ 4375426 w 4375426"/>
              <a:gd name="connsiteY4-50" fmla="*/ 725075 h 4156898"/>
              <a:gd name="connsiteX0-51" fmla="*/ 3439257 w 4375426"/>
              <a:gd name="connsiteY0-52" fmla="*/ 4156898 h 4156898"/>
              <a:gd name="connsiteX1-53" fmla="*/ 0 w 4375426"/>
              <a:gd name="connsiteY1-54" fmla="*/ 2015453 h 4156898"/>
              <a:gd name="connsiteX2-55" fmla="*/ 3211739 w 4375426"/>
              <a:gd name="connsiteY2-56" fmla="*/ 0 h 4156898"/>
              <a:gd name="connsiteX3-57" fmla="*/ 4375426 w 4375426"/>
              <a:gd name="connsiteY3-58" fmla="*/ 725075 h 41568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75426" h="4156898">
                <a:moveTo>
                  <a:pt x="3439257" y="4156898"/>
                </a:moveTo>
                <a:lnTo>
                  <a:pt x="0" y="2015453"/>
                </a:lnTo>
                <a:lnTo>
                  <a:pt x="3211739" y="0"/>
                </a:lnTo>
                <a:lnTo>
                  <a:pt x="4375426" y="725075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50" name="任意多边形: 形状 49"/>
          <p:cNvSpPr/>
          <p:nvPr userDrawn="1">
            <p:custDataLst>
              <p:tags r:id="rId41"/>
            </p:custDataLst>
          </p:nvPr>
        </p:nvSpPr>
        <p:spPr>
          <a:xfrm>
            <a:off x="5857668" y="2204896"/>
            <a:ext cx="3286332" cy="2938604"/>
          </a:xfrm>
          <a:custGeom>
            <a:avLst/>
            <a:gdLst>
              <a:gd name="connsiteX0" fmla="*/ 3211739 w 4381776"/>
              <a:gd name="connsiteY0" fmla="*/ 0 h 3918140"/>
              <a:gd name="connsiteX1" fmla="*/ 4381776 w 4381776"/>
              <a:gd name="connsiteY1" fmla="*/ 729032 h 3918140"/>
              <a:gd name="connsiteX2" fmla="*/ 4381776 w 4381776"/>
              <a:gd name="connsiteY2" fmla="*/ 3918139 h 3918140"/>
              <a:gd name="connsiteX3" fmla="*/ 3923121 w 4381776"/>
              <a:gd name="connsiteY3" fmla="*/ 3918139 h 3918140"/>
              <a:gd name="connsiteX4" fmla="*/ 3922915 w 4381776"/>
              <a:gd name="connsiteY4" fmla="*/ 3918140 h 3918140"/>
              <a:gd name="connsiteX5" fmla="*/ 3055798 w 4381776"/>
              <a:gd name="connsiteY5" fmla="*/ 3918139 h 3918140"/>
              <a:gd name="connsiteX6" fmla="*/ 0 w 4381776"/>
              <a:gd name="connsiteY6" fmla="*/ 2015453 h 3918140"/>
              <a:gd name="connsiteX7" fmla="*/ 3211739 w 4381776"/>
              <a:gd name="connsiteY7" fmla="*/ 0 h 3918140"/>
              <a:gd name="connsiteX0-1" fmla="*/ 4381776 w 4473216"/>
              <a:gd name="connsiteY0-2" fmla="*/ 3918139 h 4009579"/>
              <a:gd name="connsiteX1-3" fmla="*/ 3923121 w 4473216"/>
              <a:gd name="connsiteY1-4" fmla="*/ 3918139 h 4009579"/>
              <a:gd name="connsiteX2-5" fmla="*/ 3922915 w 4473216"/>
              <a:gd name="connsiteY2-6" fmla="*/ 3918140 h 4009579"/>
              <a:gd name="connsiteX3-7" fmla="*/ 3055798 w 4473216"/>
              <a:gd name="connsiteY3-8" fmla="*/ 3918139 h 4009579"/>
              <a:gd name="connsiteX4-9" fmla="*/ 0 w 4473216"/>
              <a:gd name="connsiteY4-10" fmla="*/ 2015453 h 4009579"/>
              <a:gd name="connsiteX5-11" fmla="*/ 3211739 w 4473216"/>
              <a:gd name="connsiteY5-12" fmla="*/ 0 h 4009579"/>
              <a:gd name="connsiteX6-13" fmla="*/ 4381776 w 4473216"/>
              <a:gd name="connsiteY6-14" fmla="*/ 729032 h 4009579"/>
              <a:gd name="connsiteX7-15" fmla="*/ 4473216 w 4473216"/>
              <a:gd name="connsiteY7-16" fmla="*/ 4009579 h 4009579"/>
              <a:gd name="connsiteX0-17" fmla="*/ 4381776 w 4381776"/>
              <a:gd name="connsiteY0-18" fmla="*/ 3918139 h 3918140"/>
              <a:gd name="connsiteX1-19" fmla="*/ 3923121 w 4381776"/>
              <a:gd name="connsiteY1-20" fmla="*/ 3918139 h 3918140"/>
              <a:gd name="connsiteX2-21" fmla="*/ 3922915 w 4381776"/>
              <a:gd name="connsiteY2-22" fmla="*/ 3918140 h 3918140"/>
              <a:gd name="connsiteX3-23" fmla="*/ 3055798 w 4381776"/>
              <a:gd name="connsiteY3-24" fmla="*/ 3918139 h 3918140"/>
              <a:gd name="connsiteX4-25" fmla="*/ 0 w 4381776"/>
              <a:gd name="connsiteY4-26" fmla="*/ 2015453 h 3918140"/>
              <a:gd name="connsiteX5-27" fmla="*/ 3211739 w 4381776"/>
              <a:gd name="connsiteY5-28" fmla="*/ 0 h 3918140"/>
              <a:gd name="connsiteX6-29" fmla="*/ 4381776 w 4381776"/>
              <a:gd name="connsiteY6-30" fmla="*/ 729032 h 3918140"/>
              <a:gd name="connsiteX0-31" fmla="*/ 3923121 w 4381776"/>
              <a:gd name="connsiteY0-32" fmla="*/ 3918139 h 3918140"/>
              <a:gd name="connsiteX1-33" fmla="*/ 3922915 w 4381776"/>
              <a:gd name="connsiteY1-34" fmla="*/ 3918140 h 3918140"/>
              <a:gd name="connsiteX2-35" fmla="*/ 3055798 w 4381776"/>
              <a:gd name="connsiteY2-36" fmla="*/ 3918139 h 3918140"/>
              <a:gd name="connsiteX3-37" fmla="*/ 0 w 4381776"/>
              <a:gd name="connsiteY3-38" fmla="*/ 2015453 h 3918140"/>
              <a:gd name="connsiteX4-39" fmla="*/ 3211739 w 4381776"/>
              <a:gd name="connsiteY4-40" fmla="*/ 0 h 3918140"/>
              <a:gd name="connsiteX5-41" fmla="*/ 4381776 w 4381776"/>
              <a:gd name="connsiteY5-42" fmla="*/ 729032 h 3918140"/>
              <a:gd name="connsiteX0-43" fmla="*/ 3923121 w 4381776"/>
              <a:gd name="connsiteY0-44" fmla="*/ 3918139 h 3918139"/>
              <a:gd name="connsiteX1-45" fmla="*/ 3055798 w 4381776"/>
              <a:gd name="connsiteY1-46" fmla="*/ 3918139 h 3918139"/>
              <a:gd name="connsiteX2-47" fmla="*/ 0 w 4381776"/>
              <a:gd name="connsiteY2-48" fmla="*/ 2015453 h 3918139"/>
              <a:gd name="connsiteX3-49" fmla="*/ 3211739 w 4381776"/>
              <a:gd name="connsiteY3-50" fmla="*/ 0 h 3918139"/>
              <a:gd name="connsiteX4-51" fmla="*/ 4381776 w 4381776"/>
              <a:gd name="connsiteY4-52" fmla="*/ 729032 h 3918139"/>
              <a:gd name="connsiteX0-53" fmla="*/ 3055798 w 4381776"/>
              <a:gd name="connsiteY0-54" fmla="*/ 3918139 h 3918139"/>
              <a:gd name="connsiteX1-55" fmla="*/ 0 w 4381776"/>
              <a:gd name="connsiteY1-56" fmla="*/ 2015453 h 3918139"/>
              <a:gd name="connsiteX2-57" fmla="*/ 3211739 w 4381776"/>
              <a:gd name="connsiteY2-58" fmla="*/ 0 h 3918139"/>
              <a:gd name="connsiteX3-59" fmla="*/ 4381776 w 4381776"/>
              <a:gd name="connsiteY3-60" fmla="*/ 729032 h 39181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6" h="3918139">
                <a:moveTo>
                  <a:pt x="3055798" y="3918139"/>
                </a:moveTo>
                <a:lnTo>
                  <a:pt x="0" y="2015453"/>
                </a:lnTo>
                <a:lnTo>
                  <a:pt x="3211739" y="0"/>
                </a:lnTo>
                <a:lnTo>
                  <a:pt x="4381776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53" name="任意多边形: 形状 52"/>
          <p:cNvSpPr/>
          <p:nvPr userDrawn="1">
            <p:custDataLst>
              <p:tags r:id="rId42"/>
            </p:custDataLst>
          </p:nvPr>
        </p:nvSpPr>
        <p:spPr>
          <a:xfrm>
            <a:off x="5857670" y="2384442"/>
            <a:ext cx="3286331" cy="2759058"/>
          </a:xfrm>
          <a:custGeom>
            <a:avLst/>
            <a:gdLst>
              <a:gd name="connsiteX0" fmla="*/ 3211738 w 4381775"/>
              <a:gd name="connsiteY0" fmla="*/ 0 h 3678744"/>
              <a:gd name="connsiteX1" fmla="*/ 4381775 w 4381775"/>
              <a:gd name="connsiteY1" fmla="*/ 729032 h 3678744"/>
              <a:gd name="connsiteX2" fmla="*/ 4381775 w 4381775"/>
              <a:gd name="connsiteY2" fmla="*/ 3678744 h 3678744"/>
              <a:gd name="connsiteX3" fmla="*/ 3923120 w 4381775"/>
              <a:gd name="connsiteY3" fmla="*/ 3678743 h 3678744"/>
              <a:gd name="connsiteX4" fmla="*/ 3922914 w 4381775"/>
              <a:gd name="connsiteY4" fmla="*/ 3678743 h 3678744"/>
              <a:gd name="connsiteX5" fmla="*/ 2671318 w 4381775"/>
              <a:gd name="connsiteY5" fmla="*/ 3678744 h 3678744"/>
              <a:gd name="connsiteX6" fmla="*/ 0 w 4381775"/>
              <a:gd name="connsiteY6" fmla="*/ 2015452 h 3678744"/>
              <a:gd name="connsiteX7" fmla="*/ 3211738 w 4381775"/>
              <a:gd name="connsiteY7" fmla="*/ 0 h 3678744"/>
              <a:gd name="connsiteX0-1" fmla="*/ 4381775 w 4473215"/>
              <a:gd name="connsiteY0-2" fmla="*/ 3678744 h 3770184"/>
              <a:gd name="connsiteX1-3" fmla="*/ 3923120 w 4473215"/>
              <a:gd name="connsiteY1-4" fmla="*/ 3678743 h 3770184"/>
              <a:gd name="connsiteX2-5" fmla="*/ 3922914 w 4473215"/>
              <a:gd name="connsiteY2-6" fmla="*/ 3678743 h 3770184"/>
              <a:gd name="connsiteX3-7" fmla="*/ 2671318 w 4473215"/>
              <a:gd name="connsiteY3-8" fmla="*/ 3678744 h 3770184"/>
              <a:gd name="connsiteX4-9" fmla="*/ 0 w 4473215"/>
              <a:gd name="connsiteY4-10" fmla="*/ 2015452 h 3770184"/>
              <a:gd name="connsiteX5-11" fmla="*/ 3211738 w 4473215"/>
              <a:gd name="connsiteY5-12" fmla="*/ 0 h 3770184"/>
              <a:gd name="connsiteX6-13" fmla="*/ 4381775 w 4473215"/>
              <a:gd name="connsiteY6-14" fmla="*/ 729032 h 3770184"/>
              <a:gd name="connsiteX7-15" fmla="*/ 4473215 w 4473215"/>
              <a:gd name="connsiteY7-16" fmla="*/ 3770184 h 3770184"/>
              <a:gd name="connsiteX0-17" fmla="*/ 4381775 w 4381775"/>
              <a:gd name="connsiteY0-18" fmla="*/ 3678744 h 3678744"/>
              <a:gd name="connsiteX1-19" fmla="*/ 3923120 w 4381775"/>
              <a:gd name="connsiteY1-20" fmla="*/ 3678743 h 3678744"/>
              <a:gd name="connsiteX2-21" fmla="*/ 3922914 w 4381775"/>
              <a:gd name="connsiteY2-22" fmla="*/ 3678743 h 3678744"/>
              <a:gd name="connsiteX3-23" fmla="*/ 2671318 w 4381775"/>
              <a:gd name="connsiteY3-24" fmla="*/ 3678744 h 3678744"/>
              <a:gd name="connsiteX4-25" fmla="*/ 0 w 4381775"/>
              <a:gd name="connsiteY4-26" fmla="*/ 2015452 h 3678744"/>
              <a:gd name="connsiteX5-27" fmla="*/ 3211738 w 4381775"/>
              <a:gd name="connsiteY5-28" fmla="*/ 0 h 3678744"/>
              <a:gd name="connsiteX6-29" fmla="*/ 4381775 w 4381775"/>
              <a:gd name="connsiteY6-30" fmla="*/ 729032 h 3678744"/>
              <a:gd name="connsiteX0-31" fmla="*/ 3923120 w 4381775"/>
              <a:gd name="connsiteY0-32" fmla="*/ 3678743 h 3678744"/>
              <a:gd name="connsiteX1-33" fmla="*/ 3922914 w 4381775"/>
              <a:gd name="connsiteY1-34" fmla="*/ 3678743 h 3678744"/>
              <a:gd name="connsiteX2-35" fmla="*/ 2671318 w 4381775"/>
              <a:gd name="connsiteY2-36" fmla="*/ 3678744 h 3678744"/>
              <a:gd name="connsiteX3-37" fmla="*/ 0 w 4381775"/>
              <a:gd name="connsiteY3-38" fmla="*/ 2015452 h 3678744"/>
              <a:gd name="connsiteX4-39" fmla="*/ 3211738 w 4381775"/>
              <a:gd name="connsiteY4-40" fmla="*/ 0 h 3678744"/>
              <a:gd name="connsiteX5-41" fmla="*/ 4381775 w 4381775"/>
              <a:gd name="connsiteY5-42" fmla="*/ 729032 h 3678744"/>
              <a:gd name="connsiteX0-43" fmla="*/ 3923120 w 4381775"/>
              <a:gd name="connsiteY0-44" fmla="*/ 3678743 h 3678744"/>
              <a:gd name="connsiteX1-45" fmla="*/ 2671318 w 4381775"/>
              <a:gd name="connsiteY1-46" fmla="*/ 3678744 h 3678744"/>
              <a:gd name="connsiteX2-47" fmla="*/ 0 w 4381775"/>
              <a:gd name="connsiteY2-48" fmla="*/ 2015452 h 3678744"/>
              <a:gd name="connsiteX3-49" fmla="*/ 3211738 w 4381775"/>
              <a:gd name="connsiteY3-50" fmla="*/ 0 h 3678744"/>
              <a:gd name="connsiteX4-51" fmla="*/ 4381775 w 4381775"/>
              <a:gd name="connsiteY4-52" fmla="*/ 729032 h 3678744"/>
              <a:gd name="connsiteX0-53" fmla="*/ 2671318 w 4381775"/>
              <a:gd name="connsiteY0-54" fmla="*/ 3678744 h 3678744"/>
              <a:gd name="connsiteX1-55" fmla="*/ 0 w 4381775"/>
              <a:gd name="connsiteY1-56" fmla="*/ 2015452 h 3678744"/>
              <a:gd name="connsiteX2-57" fmla="*/ 3211738 w 4381775"/>
              <a:gd name="connsiteY2-58" fmla="*/ 0 h 3678744"/>
              <a:gd name="connsiteX3-59" fmla="*/ 4381775 w 4381775"/>
              <a:gd name="connsiteY3-60" fmla="*/ 729032 h 36787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381775" h="3678744">
                <a:moveTo>
                  <a:pt x="2671318" y="3678744"/>
                </a:moveTo>
                <a:lnTo>
                  <a:pt x="0" y="2015452"/>
                </a:lnTo>
                <a:lnTo>
                  <a:pt x="3211738" y="0"/>
                </a:lnTo>
                <a:lnTo>
                  <a:pt x="4381775" y="729032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tags" Target="../tags/tag174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73.xml"/><Relationship Id="rId28" Type="http://schemas.openxmlformats.org/officeDocument/2006/relationships/tags" Target="../tags/tag172.xml"/><Relationship Id="rId27" Type="http://schemas.openxmlformats.org/officeDocument/2006/relationships/tags" Target="../tags/tag171.xml"/><Relationship Id="rId26" Type="http://schemas.openxmlformats.org/officeDocument/2006/relationships/tags" Target="../tags/tag170.xml"/><Relationship Id="rId25" Type="http://schemas.openxmlformats.org/officeDocument/2006/relationships/tags" Target="../tags/tag169.xml"/><Relationship Id="rId24" Type="http://schemas.openxmlformats.org/officeDocument/2006/relationships/tags" Target="../tags/tag168.xml"/><Relationship Id="rId23" Type="http://schemas.openxmlformats.org/officeDocument/2006/relationships/tags" Target="../tags/tag167.xml"/><Relationship Id="rId22" Type="http://schemas.openxmlformats.org/officeDocument/2006/relationships/tags" Target="../tags/tag166.xml"/><Relationship Id="rId21" Type="http://schemas.openxmlformats.org/officeDocument/2006/relationships/tags" Target="../tags/tag165.xml"/><Relationship Id="rId20" Type="http://schemas.openxmlformats.org/officeDocument/2006/relationships/tags" Target="../tags/tag16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63.xml"/><Relationship Id="rId18" Type="http://schemas.openxmlformats.org/officeDocument/2006/relationships/tags" Target="../tags/tag162.xml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17"/>
            </p:custDataLst>
          </p:nvPr>
        </p:nvSpPr>
        <p:spPr>
          <a:xfrm>
            <a:off x="0" y="433343"/>
            <a:ext cx="232172" cy="142875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18"/>
            </p:custDataLst>
          </p:nvPr>
        </p:nvSpPr>
        <p:spPr>
          <a:xfrm>
            <a:off x="0" y="580628"/>
            <a:ext cx="232172" cy="142875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19"/>
            </p:custDataLst>
          </p:nvPr>
        </p:nvSpPr>
        <p:spPr>
          <a:xfrm>
            <a:off x="0" y="727914"/>
            <a:ext cx="232172" cy="142875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20"/>
            </p:custDataLst>
          </p:nvPr>
        </p:nvSpPr>
        <p:spPr>
          <a:xfrm>
            <a:off x="0" y="875200"/>
            <a:ext cx="232172" cy="142875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21"/>
            </p:custDataLst>
          </p:nvPr>
        </p:nvSpPr>
        <p:spPr>
          <a:xfrm>
            <a:off x="0" y="1022486"/>
            <a:ext cx="232172" cy="142875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22"/>
            </p:custDataLst>
          </p:nvPr>
        </p:nvSpPr>
        <p:spPr>
          <a:xfrm>
            <a:off x="0" y="1169771"/>
            <a:ext cx="232172" cy="142875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23"/>
            </p:custDataLst>
          </p:nvPr>
        </p:nvSpPr>
        <p:spPr>
          <a:xfrm>
            <a:off x="0" y="1317057"/>
            <a:ext cx="232172" cy="142875"/>
          </a:xfrm>
          <a:custGeom>
            <a:avLst/>
            <a:gdLst>
              <a:gd name="connsiteX0" fmla="*/ 0 w 309563"/>
              <a:gd name="connsiteY0" fmla="*/ 190500 h 190500"/>
              <a:gd name="connsiteX1" fmla="*/ 309563 w 30956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563" h="190500">
                <a:moveTo>
                  <a:pt x="0" y="190500"/>
                </a:moveTo>
                <a:lnTo>
                  <a:pt x="309563" y="0"/>
                </a:lnTo>
              </a:path>
            </a:pathLst>
          </a:custGeom>
          <a:ln w="95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24"/>
            </p:custDataLst>
          </p:nvPr>
        </p:nvSpPr>
        <p:spPr>
          <a:xfrm>
            <a:off x="7604077" y="4169367"/>
            <a:ext cx="1539923" cy="966344"/>
          </a:xfrm>
          <a:custGeom>
            <a:avLst/>
            <a:gdLst>
              <a:gd name="connsiteX0" fmla="*/ 2053230 w 2053231"/>
              <a:gd name="connsiteY0" fmla="*/ 0 h 1295448"/>
              <a:gd name="connsiteX1" fmla="*/ 2053231 w 2053231"/>
              <a:gd name="connsiteY1" fmla="*/ 1295448 h 1295448"/>
              <a:gd name="connsiteX2" fmla="*/ 11225 w 2053231"/>
              <a:gd name="connsiteY2" fmla="*/ 1295448 h 1295448"/>
              <a:gd name="connsiteX3" fmla="*/ 0 w 2053231"/>
              <a:gd name="connsiteY3" fmla="*/ 1288458 h 1295448"/>
              <a:gd name="connsiteX4" fmla="*/ 2053230 w 2053231"/>
              <a:gd name="connsiteY4" fmla="*/ 0 h 1295448"/>
              <a:gd name="connsiteX0-1" fmla="*/ 2053231 w 2144671"/>
              <a:gd name="connsiteY0-2" fmla="*/ 1295448 h 1386888"/>
              <a:gd name="connsiteX1-3" fmla="*/ 11225 w 2144671"/>
              <a:gd name="connsiteY1-4" fmla="*/ 1295448 h 1386888"/>
              <a:gd name="connsiteX2-5" fmla="*/ 0 w 2144671"/>
              <a:gd name="connsiteY2-6" fmla="*/ 1288458 h 1386888"/>
              <a:gd name="connsiteX3-7" fmla="*/ 2053230 w 2144671"/>
              <a:gd name="connsiteY3-8" fmla="*/ 0 h 1386888"/>
              <a:gd name="connsiteX4-9" fmla="*/ 2144671 w 2144671"/>
              <a:gd name="connsiteY4-10" fmla="*/ 1386888 h 1386888"/>
              <a:gd name="connsiteX0-11" fmla="*/ 2053231 w 2053231"/>
              <a:gd name="connsiteY0-12" fmla="*/ 1295448 h 1295448"/>
              <a:gd name="connsiteX1-13" fmla="*/ 11225 w 2053231"/>
              <a:gd name="connsiteY1-14" fmla="*/ 1295448 h 1295448"/>
              <a:gd name="connsiteX2-15" fmla="*/ 0 w 2053231"/>
              <a:gd name="connsiteY2-16" fmla="*/ 1288458 h 1295448"/>
              <a:gd name="connsiteX3-17" fmla="*/ 2053230 w 2053231"/>
              <a:gd name="connsiteY3-18" fmla="*/ 0 h 1295448"/>
              <a:gd name="connsiteX0-19" fmla="*/ 11225 w 2053230"/>
              <a:gd name="connsiteY0-20" fmla="*/ 1295448 h 1295448"/>
              <a:gd name="connsiteX1-21" fmla="*/ 0 w 2053230"/>
              <a:gd name="connsiteY1-22" fmla="*/ 1288458 h 1295448"/>
              <a:gd name="connsiteX2-23" fmla="*/ 2053230 w 2053230"/>
              <a:gd name="connsiteY2-24" fmla="*/ 0 h 1295448"/>
              <a:gd name="connsiteX0-25" fmla="*/ 0 w 2053230"/>
              <a:gd name="connsiteY0-26" fmla="*/ 1288458 h 1288458"/>
              <a:gd name="connsiteX1-27" fmla="*/ 2053230 w 2053230"/>
              <a:gd name="connsiteY1-28" fmla="*/ 0 h 1288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053230" h="1288458">
                <a:moveTo>
                  <a:pt x="0" y="1288458"/>
                </a:moveTo>
                <a:lnTo>
                  <a:pt x="2053230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4" name="任意多边形: 形状 13"/>
          <p:cNvSpPr/>
          <p:nvPr userDrawn="1">
            <p:custDataLst>
              <p:tags r:id="rId25"/>
            </p:custDataLst>
          </p:nvPr>
        </p:nvSpPr>
        <p:spPr>
          <a:xfrm>
            <a:off x="7894442" y="4356823"/>
            <a:ext cx="1249556" cy="784130"/>
          </a:xfrm>
          <a:custGeom>
            <a:avLst/>
            <a:gdLst>
              <a:gd name="connsiteX0" fmla="*/ 1666075 w 1666076"/>
              <a:gd name="connsiteY0" fmla="*/ 0 h 1045507"/>
              <a:gd name="connsiteX1" fmla="*/ 1666076 w 1666076"/>
              <a:gd name="connsiteY1" fmla="*/ 1045507 h 1045507"/>
              <a:gd name="connsiteX2" fmla="*/ 0 w 1666076"/>
              <a:gd name="connsiteY2" fmla="*/ 1045507 h 1045507"/>
              <a:gd name="connsiteX3" fmla="*/ 1666075 w 1666076"/>
              <a:gd name="connsiteY3" fmla="*/ 0 h 1045507"/>
              <a:gd name="connsiteX0-1" fmla="*/ 1666076 w 1757516"/>
              <a:gd name="connsiteY0-2" fmla="*/ 1045507 h 1136947"/>
              <a:gd name="connsiteX1-3" fmla="*/ 0 w 1757516"/>
              <a:gd name="connsiteY1-4" fmla="*/ 1045507 h 1136947"/>
              <a:gd name="connsiteX2-5" fmla="*/ 1666075 w 1757516"/>
              <a:gd name="connsiteY2-6" fmla="*/ 0 h 1136947"/>
              <a:gd name="connsiteX3-7" fmla="*/ 1757516 w 1757516"/>
              <a:gd name="connsiteY3-8" fmla="*/ 1136947 h 1136947"/>
              <a:gd name="connsiteX0-9" fmla="*/ 1666076 w 1666076"/>
              <a:gd name="connsiteY0-10" fmla="*/ 1045507 h 1045507"/>
              <a:gd name="connsiteX1-11" fmla="*/ 0 w 1666076"/>
              <a:gd name="connsiteY1-12" fmla="*/ 1045507 h 1045507"/>
              <a:gd name="connsiteX2-13" fmla="*/ 1666075 w 1666076"/>
              <a:gd name="connsiteY2-14" fmla="*/ 0 h 1045507"/>
              <a:gd name="connsiteX0-15" fmla="*/ 0 w 1666075"/>
              <a:gd name="connsiteY0-16" fmla="*/ 1045507 h 1045507"/>
              <a:gd name="connsiteX1-17" fmla="*/ 1666075 w 1666075"/>
              <a:gd name="connsiteY1-18" fmla="*/ 0 h 10455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666075" h="1045507">
                <a:moveTo>
                  <a:pt x="0" y="1045507"/>
                </a:moveTo>
                <a:lnTo>
                  <a:pt x="1666075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8" name="任意多边形: 形状 17"/>
          <p:cNvSpPr/>
          <p:nvPr userDrawn="1">
            <p:custDataLst>
              <p:tags r:id="rId26"/>
            </p:custDataLst>
          </p:nvPr>
        </p:nvSpPr>
        <p:spPr>
          <a:xfrm>
            <a:off x="8169192" y="4529236"/>
            <a:ext cx="974807" cy="611718"/>
          </a:xfrm>
          <a:custGeom>
            <a:avLst/>
            <a:gdLst>
              <a:gd name="connsiteX0" fmla="*/ 1299743 w 1299743"/>
              <a:gd name="connsiteY0" fmla="*/ 0 h 815624"/>
              <a:gd name="connsiteX1" fmla="*/ 1299743 w 1299743"/>
              <a:gd name="connsiteY1" fmla="*/ 815624 h 815624"/>
              <a:gd name="connsiteX2" fmla="*/ 0 w 1299743"/>
              <a:gd name="connsiteY2" fmla="*/ 815624 h 815624"/>
              <a:gd name="connsiteX3" fmla="*/ 1299743 w 1299743"/>
              <a:gd name="connsiteY3" fmla="*/ 0 h 815624"/>
              <a:gd name="connsiteX0-1" fmla="*/ 1299743 w 1391183"/>
              <a:gd name="connsiteY0-2" fmla="*/ 815624 h 907064"/>
              <a:gd name="connsiteX1-3" fmla="*/ 0 w 1391183"/>
              <a:gd name="connsiteY1-4" fmla="*/ 815624 h 907064"/>
              <a:gd name="connsiteX2-5" fmla="*/ 1299743 w 1391183"/>
              <a:gd name="connsiteY2-6" fmla="*/ 0 h 907064"/>
              <a:gd name="connsiteX3-7" fmla="*/ 1391183 w 1391183"/>
              <a:gd name="connsiteY3-8" fmla="*/ 907064 h 907064"/>
              <a:gd name="connsiteX0-9" fmla="*/ 1299743 w 1299743"/>
              <a:gd name="connsiteY0-10" fmla="*/ 815624 h 815624"/>
              <a:gd name="connsiteX1-11" fmla="*/ 0 w 1299743"/>
              <a:gd name="connsiteY1-12" fmla="*/ 815624 h 815624"/>
              <a:gd name="connsiteX2-13" fmla="*/ 1299743 w 1299743"/>
              <a:gd name="connsiteY2-14" fmla="*/ 0 h 815624"/>
              <a:gd name="connsiteX0-15" fmla="*/ 0 w 1299743"/>
              <a:gd name="connsiteY0-16" fmla="*/ 815624 h 815624"/>
              <a:gd name="connsiteX1-17" fmla="*/ 1299743 w 1299743"/>
              <a:gd name="connsiteY1-18" fmla="*/ 0 h 8156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299743" h="815624">
                <a:moveTo>
                  <a:pt x="0" y="815624"/>
                </a:moveTo>
                <a:lnTo>
                  <a:pt x="1299743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27" name="任意多边形: 形状 26"/>
          <p:cNvSpPr/>
          <p:nvPr userDrawn="1">
            <p:custDataLst>
              <p:tags r:id="rId27"/>
            </p:custDataLst>
          </p:nvPr>
        </p:nvSpPr>
        <p:spPr>
          <a:xfrm>
            <a:off x="8469849" y="4717906"/>
            <a:ext cx="674151" cy="423048"/>
          </a:xfrm>
          <a:custGeom>
            <a:avLst/>
            <a:gdLst>
              <a:gd name="connsiteX0" fmla="*/ 898868 w 898868"/>
              <a:gd name="connsiteY0" fmla="*/ 0 h 564064"/>
              <a:gd name="connsiteX1" fmla="*/ 898868 w 898868"/>
              <a:gd name="connsiteY1" fmla="*/ 564064 h 564064"/>
              <a:gd name="connsiteX2" fmla="*/ 0 w 898868"/>
              <a:gd name="connsiteY2" fmla="*/ 564064 h 564064"/>
              <a:gd name="connsiteX3" fmla="*/ 898868 w 898868"/>
              <a:gd name="connsiteY3" fmla="*/ 0 h 564064"/>
              <a:gd name="connsiteX0-1" fmla="*/ 898868 w 990308"/>
              <a:gd name="connsiteY0-2" fmla="*/ 564064 h 655504"/>
              <a:gd name="connsiteX1-3" fmla="*/ 0 w 990308"/>
              <a:gd name="connsiteY1-4" fmla="*/ 564064 h 655504"/>
              <a:gd name="connsiteX2-5" fmla="*/ 898868 w 990308"/>
              <a:gd name="connsiteY2-6" fmla="*/ 0 h 655504"/>
              <a:gd name="connsiteX3-7" fmla="*/ 990308 w 990308"/>
              <a:gd name="connsiteY3-8" fmla="*/ 655504 h 655504"/>
              <a:gd name="connsiteX0-9" fmla="*/ 898868 w 898868"/>
              <a:gd name="connsiteY0-10" fmla="*/ 564064 h 564064"/>
              <a:gd name="connsiteX1-11" fmla="*/ 0 w 898868"/>
              <a:gd name="connsiteY1-12" fmla="*/ 564064 h 564064"/>
              <a:gd name="connsiteX2-13" fmla="*/ 898868 w 898868"/>
              <a:gd name="connsiteY2-14" fmla="*/ 0 h 564064"/>
              <a:gd name="connsiteX0-15" fmla="*/ 0 w 898868"/>
              <a:gd name="connsiteY0-16" fmla="*/ 564064 h 564064"/>
              <a:gd name="connsiteX1-17" fmla="*/ 898868 w 898868"/>
              <a:gd name="connsiteY1-18" fmla="*/ 0 h 5640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98868" h="564064">
                <a:moveTo>
                  <a:pt x="0" y="564064"/>
                </a:moveTo>
                <a:lnTo>
                  <a:pt x="898868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0" name="任意多边形: 形状 29"/>
          <p:cNvSpPr/>
          <p:nvPr userDrawn="1">
            <p:custDataLst>
              <p:tags r:id="rId28"/>
            </p:custDataLst>
          </p:nvPr>
        </p:nvSpPr>
        <p:spPr>
          <a:xfrm>
            <a:off x="8754313" y="4896413"/>
            <a:ext cx="389687" cy="244540"/>
          </a:xfrm>
          <a:custGeom>
            <a:avLst/>
            <a:gdLst>
              <a:gd name="connsiteX0" fmla="*/ 519582 w 519582"/>
              <a:gd name="connsiteY0" fmla="*/ 0 h 326053"/>
              <a:gd name="connsiteX1" fmla="*/ 519581 w 519582"/>
              <a:gd name="connsiteY1" fmla="*/ 326052 h 326053"/>
              <a:gd name="connsiteX2" fmla="*/ 0 w 519582"/>
              <a:gd name="connsiteY2" fmla="*/ 326053 h 326053"/>
              <a:gd name="connsiteX3" fmla="*/ 519582 w 519582"/>
              <a:gd name="connsiteY3" fmla="*/ 0 h 326053"/>
              <a:gd name="connsiteX0-1" fmla="*/ 519581 w 611021"/>
              <a:gd name="connsiteY0-2" fmla="*/ 326052 h 417492"/>
              <a:gd name="connsiteX1-3" fmla="*/ 0 w 611021"/>
              <a:gd name="connsiteY1-4" fmla="*/ 326053 h 417492"/>
              <a:gd name="connsiteX2-5" fmla="*/ 519582 w 611021"/>
              <a:gd name="connsiteY2-6" fmla="*/ 0 h 417492"/>
              <a:gd name="connsiteX3-7" fmla="*/ 611021 w 611021"/>
              <a:gd name="connsiteY3-8" fmla="*/ 417492 h 417492"/>
              <a:gd name="connsiteX0-9" fmla="*/ 519581 w 519582"/>
              <a:gd name="connsiteY0-10" fmla="*/ 326052 h 326053"/>
              <a:gd name="connsiteX1-11" fmla="*/ 0 w 519582"/>
              <a:gd name="connsiteY1-12" fmla="*/ 326053 h 326053"/>
              <a:gd name="connsiteX2-13" fmla="*/ 519582 w 519582"/>
              <a:gd name="connsiteY2-14" fmla="*/ 0 h 326053"/>
              <a:gd name="connsiteX0-15" fmla="*/ 0 w 519582"/>
              <a:gd name="connsiteY0-16" fmla="*/ 326053 h 326053"/>
              <a:gd name="connsiteX1-17" fmla="*/ 519582 w 519582"/>
              <a:gd name="connsiteY1-18" fmla="*/ 0 h 3260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519582" h="326053">
                <a:moveTo>
                  <a:pt x="0" y="326053"/>
                </a:moveTo>
                <a:lnTo>
                  <a:pt x="519582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3" name="任意多边形: 形状 32"/>
          <p:cNvSpPr/>
          <p:nvPr userDrawn="1">
            <p:custDataLst>
              <p:tags r:id="rId29"/>
            </p:custDataLst>
          </p:nvPr>
        </p:nvSpPr>
        <p:spPr>
          <a:xfrm>
            <a:off x="9047735" y="5080546"/>
            <a:ext cx="96263" cy="60408"/>
          </a:xfrm>
          <a:custGeom>
            <a:avLst/>
            <a:gdLst>
              <a:gd name="connsiteX0" fmla="*/ 128351 w 128352"/>
              <a:gd name="connsiteY0" fmla="*/ 0 h 80544"/>
              <a:gd name="connsiteX1" fmla="*/ 128352 w 128352"/>
              <a:gd name="connsiteY1" fmla="*/ 80543 h 80544"/>
              <a:gd name="connsiteX2" fmla="*/ 0 w 128352"/>
              <a:gd name="connsiteY2" fmla="*/ 80544 h 80544"/>
              <a:gd name="connsiteX3" fmla="*/ 128351 w 128352"/>
              <a:gd name="connsiteY3" fmla="*/ 0 h 80544"/>
              <a:gd name="connsiteX0-1" fmla="*/ 128352 w 219792"/>
              <a:gd name="connsiteY0-2" fmla="*/ 80543 h 171983"/>
              <a:gd name="connsiteX1-3" fmla="*/ 0 w 219792"/>
              <a:gd name="connsiteY1-4" fmla="*/ 80544 h 171983"/>
              <a:gd name="connsiteX2-5" fmla="*/ 128351 w 219792"/>
              <a:gd name="connsiteY2-6" fmla="*/ 0 h 171983"/>
              <a:gd name="connsiteX3-7" fmla="*/ 219792 w 219792"/>
              <a:gd name="connsiteY3-8" fmla="*/ 171983 h 171983"/>
              <a:gd name="connsiteX0-9" fmla="*/ 128352 w 128352"/>
              <a:gd name="connsiteY0-10" fmla="*/ 80543 h 80544"/>
              <a:gd name="connsiteX1-11" fmla="*/ 0 w 128352"/>
              <a:gd name="connsiteY1-12" fmla="*/ 80544 h 80544"/>
              <a:gd name="connsiteX2-13" fmla="*/ 128351 w 128352"/>
              <a:gd name="connsiteY2-14" fmla="*/ 0 h 80544"/>
              <a:gd name="connsiteX0-15" fmla="*/ 0 w 128351"/>
              <a:gd name="connsiteY0-16" fmla="*/ 80544 h 80544"/>
              <a:gd name="connsiteX1-17" fmla="*/ 128351 w 128351"/>
              <a:gd name="connsiteY1-18" fmla="*/ 0 h 805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28351" h="80544">
                <a:moveTo>
                  <a:pt x="0" y="80544"/>
                </a:moveTo>
                <a:lnTo>
                  <a:pt x="128351" y="0"/>
                </a:lnTo>
              </a:path>
            </a:pathLst>
          </a:cu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8" name="KSO_TEMPLATE" hidden="1"/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8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8.xml"/><Relationship Id="rId20" Type="http://schemas.openxmlformats.org/officeDocument/2006/relationships/tags" Target="../tags/tag216.xml"/><Relationship Id="rId2" Type="http://schemas.openxmlformats.org/officeDocument/2006/relationships/tags" Target="../tags/tag198.xml"/><Relationship Id="rId19" Type="http://schemas.openxmlformats.org/officeDocument/2006/relationships/tags" Target="../tags/tag215.xml"/><Relationship Id="rId18" Type="http://schemas.openxmlformats.org/officeDocument/2006/relationships/tags" Target="../tags/tag214.xml"/><Relationship Id="rId17" Type="http://schemas.openxmlformats.org/officeDocument/2006/relationships/tags" Target="../tags/tag213.xml"/><Relationship Id="rId16" Type="http://schemas.openxmlformats.org/officeDocument/2006/relationships/tags" Target="../tags/tag212.xml"/><Relationship Id="rId15" Type="http://schemas.openxmlformats.org/officeDocument/2006/relationships/tags" Target="../tags/tag211.xml"/><Relationship Id="rId14" Type="http://schemas.openxmlformats.org/officeDocument/2006/relationships/tags" Target="../tags/tag21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1" Type="http://schemas.openxmlformats.org/officeDocument/2006/relationships/notesSlide" Target="../notesSlides/notesSlide4.xml"/><Relationship Id="rId40" Type="http://schemas.openxmlformats.org/officeDocument/2006/relationships/slideLayout" Target="../slideLayouts/slideLayout8.xml"/><Relationship Id="rId4" Type="http://schemas.openxmlformats.org/officeDocument/2006/relationships/tags" Target="../tags/tag220.xml"/><Relationship Id="rId39" Type="http://schemas.openxmlformats.org/officeDocument/2006/relationships/tags" Target="../tags/tag251.xml"/><Relationship Id="rId38" Type="http://schemas.openxmlformats.org/officeDocument/2006/relationships/image" Target="../media/image4.png"/><Relationship Id="rId37" Type="http://schemas.openxmlformats.org/officeDocument/2006/relationships/tags" Target="../tags/tag250.xml"/><Relationship Id="rId36" Type="http://schemas.openxmlformats.org/officeDocument/2006/relationships/image" Target="../media/image3.png"/><Relationship Id="rId35" Type="http://schemas.openxmlformats.org/officeDocument/2006/relationships/tags" Target="../tags/tag249.xml"/><Relationship Id="rId34" Type="http://schemas.openxmlformats.org/officeDocument/2006/relationships/image" Target="../media/image2.png"/><Relationship Id="rId33" Type="http://schemas.openxmlformats.org/officeDocument/2006/relationships/tags" Target="../tags/tag248.xml"/><Relationship Id="rId32" Type="http://schemas.openxmlformats.org/officeDocument/2006/relationships/image" Target="../media/image1.png"/><Relationship Id="rId31" Type="http://schemas.openxmlformats.org/officeDocument/2006/relationships/tags" Target="../tags/tag247.xml"/><Relationship Id="rId30" Type="http://schemas.openxmlformats.org/officeDocument/2006/relationships/tags" Target="../tags/tag246.xml"/><Relationship Id="rId3" Type="http://schemas.openxmlformats.org/officeDocument/2006/relationships/tags" Target="../tags/tag219.xml"/><Relationship Id="rId29" Type="http://schemas.openxmlformats.org/officeDocument/2006/relationships/tags" Target="../tags/tag245.xml"/><Relationship Id="rId28" Type="http://schemas.openxmlformats.org/officeDocument/2006/relationships/tags" Target="../tags/tag244.xml"/><Relationship Id="rId27" Type="http://schemas.openxmlformats.org/officeDocument/2006/relationships/tags" Target="../tags/tag243.xml"/><Relationship Id="rId26" Type="http://schemas.openxmlformats.org/officeDocument/2006/relationships/tags" Target="../tags/tag242.xml"/><Relationship Id="rId25" Type="http://schemas.openxmlformats.org/officeDocument/2006/relationships/tags" Target="../tags/tag241.xml"/><Relationship Id="rId24" Type="http://schemas.openxmlformats.org/officeDocument/2006/relationships/tags" Target="../tags/tag240.xml"/><Relationship Id="rId23" Type="http://schemas.openxmlformats.org/officeDocument/2006/relationships/tags" Target="../tags/tag239.xml"/><Relationship Id="rId22" Type="http://schemas.openxmlformats.org/officeDocument/2006/relationships/tags" Target="../tags/tag238.xml"/><Relationship Id="rId21" Type="http://schemas.openxmlformats.org/officeDocument/2006/relationships/tags" Target="../tags/tag237.xml"/><Relationship Id="rId20" Type="http://schemas.openxmlformats.org/officeDocument/2006/relationships/tags" Target="../tags/tag236.xml"/><Relationship Id="rId2" Type="http://schemas.openxmlformats.org/officeDocument/2006/relationships/tags" Target="../tags/tag218.xml"/><Relationship Id="rId19" Type="http://schemas.openxmlformats.org/officeDocument/2006/relationships/tags" Target="../tags/tag235.xml"/><Relationship Id="rId18" Type="http://schemas.openxmlformats.org/officeDocument/2006/relationships/tags" Target="../tags/tag234.xml"/><Relationship Id="rId17" Type="http://schemas.openxmlformats.org/officeDocument/2006/relationships/tags" Target="../tags/tag233.xml"/><Relationship Id="rId16" Type="http://schemas.openxmlformats.org/officeDocument/2006/relationships/tags" Target="../tags/tag232.xml"/><Relationship Id="rId15" Type="http://schemas.openxmlformats.org/officeDocument/2006/relationships/tags" Target="../tags/tag231.xml"/><Relationship Id="rId14" Type="http://schemas.openxmlformats.org/officeDocument/2006/relationships/tags" Target="../tags/tag230.xml"/><Relationship Id="rId13" Type="http://schemas.openxmlformats.org/officeDocument/2006/relationships/tags" Target="../tags/tag229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2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56000" y="1209600"/>
            <a:ext cx="3823200" cy="4131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>
                <a:solidFill>
                  <a:schemeClr val="tx1"/>
                </a:solidFill>
              </a:rPr>
              <a:t>以字形演变动画为例</a:t>
            </a:r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AIGC</a:t>
            </a:r>
            <a:r>
              <a:rPr lang="zh-CN" altLang="en-US"/>
              <a:t>技术在汉字教学中的应用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王正焱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731520" y="220345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ea"/>
                <a:cs typeface="微软雅黑" panose="020B0503020204020204" pitchFamily="34" charset="-120"/>
              </a:rPr>
              <a:t>汉字学习的困境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微软雅黑" panose="020B050302020402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196340"/>
            <a:ext cx="768096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731520" y="1196340"/>
            <a:ext cx="73152" cy="9144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005840" y="13335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形义脱节</a:t>
            </a:r>
            <a:endParaRPr lang="en-US" sz="16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05840" y="165354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cs typeface="微软雅黑" panose="020B0503020204020204" pitchFamily="34" charset="-120"/>
              </a:rPr>
              <a:t>学生难以理解抽象字形与具体语义之间的联系</a:t>
            </a:r>
            <a:endParaRPr lang="en-US" sz="13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293620"/>
            <a:ext cx="768096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731520" y="2293620"/>
            <a:ext cx="73152" cy="9144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05840" y="24307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记忆困难</a:t>
            </a:r>
            <a:endParaRPr lang="en-US" sz="16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1005840" y="275082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cs typeface="微软雅黑" panose="020B0503020204020204" pitchFamily="34" charset="-120"/>
              </a:rPr>
              <a:t>机械记忆笔画顺序，遗忘率高</a:t>
            </a:r>
            <a:endParaRPr lang="en-US" sz="13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3390900"/>
            <a:ext cx="768096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731520" y="3390900"/>
            <a:ext cx="73152" cy="9144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1005840" y="35280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缺乏语境</a:t>
            </a:r>
            <a:endParaRPr lang="en-US" sz="16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005840" y="384810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cs typeface="微软雅黑" panose="020B0503020204020204" pitchFamily="34" charset="-120"/>
              </a:rPr>
              <a:t>传统字源讲解依赖口头描述，效率受限</a:t>
            </a:r>
            <a:endParaRPr lang="en-US" sz="13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756285" y="4490085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accent1"/>
                </a:solidFill>
                <a:cs typeface="微软雅黑" panose="020B0503020204020204" pitchFamily="34" charset="-120"/>
              </a:rPr>
              <a:t>对于母语为拼音文字的学习者，汉字的象形来源和演变脉络都属于陌生的知识领域。</a:t>
            </a:r>
            <a:endParaRPr lang="en-US" sz="1200" i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ea"/>
                <a:cs typeface="微软雅黑" panose="020B0503020204020204" pitchFamily="34" charset="-120"/>
              </a:rPr>
              <a:t>解决方案：字形演变动画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微软雅黑" panose="020B0503020204020204" pitchFamily="34" charset="-120"/>
            </a:endParaRPr>
          </a:p>
        </p:txBody>
      </p:sp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731520" y="1463040"/>
            <a:ext cx="7680960" cy="12801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914400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cs typeface="微软雅黑" panose="020B0503020204020204" pitchFamily="34" charset="-120"/>
              </a:rPr>
              <a:t>核心理念</a:t>
            </a:r>
            <a:endParaRPr lang="en-US" sz="12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914400" y="19659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cs typeface="微软雅黑" panose="020B0503020204020204" pitchFamily="34" charset="-120"/>
              </a:rPr>
              <a:t>字义（为什么变） + 字形（怎么变） = 完整的教学叙事</a:t>
            </a:r>
            <a:endParaRPr lang="en-US" sz="2000" b="1" dirty="0">
              <a:solidFill>
                <a:schemeClr val="bg1"/>
              </a:solidFill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  <a:cs typeface="微软雅黑" panose="020B0503020204020204" pitchFamily="34" charset="-120"/>
              </a:rPr>
              <a:t>让留学生直观理解"这个字为什么长这样"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1"/>
                </a:solidFill>
                <a:cs typeface="微软雅黑" panose="020B0503020204020204" pitchFamily="34" charset="-120"/>
              </a:rPr>
              <a:t>把静态的字源资料变成动态演变演示</a:t>
            </a:r>
            <a:endParaRPr lang="en-US" sz="14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3913632"/>
            <a:ext cx="109728" cy="10972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005840" y="3840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1"/>
                </a:solidFill>
                <a:cs typeface="微软雅黑" panose="020B0503020204020204" pitchFamily="34" charset="-120"/>
              </a:rPr>
              <a:t>叙事感强：用微型故事的方式传递字义</a:t>
            </a:r>
            <a:endParaRPr lang="en-US" sz="13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4325112"/>
            <a:ext cx="109728" cy="10972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005840" y="4251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1"/>
                </a:solidFill>
                <a:cs typeface="微软雅黑" panose="020B0503020204020204" pitchFamily="34" charset="-120"/>
              </a:rPr>
              <a:t>效率高：AI视频生成把单字制作时间压缩到半小时左右</a:t>
            </a:r>
            <a:endParaRPr lang="en-US" sz="13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736592"/>
            <a:ext cx="109728" cy="10972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005840" y="4663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cs typeface="微软雅黑" panose="020B0503020204020204" pitchFamily="34" charset="-120"/>
              </a:rPr>
              <a:t>可复制：Prompt模板体系建立后，新字制作可以快速标准化</a:t>
            </a:r>
            <a:endParaRPr lang="en-US" sz="13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ea"/>
                <a:cs typeface="微软雅黑" panose="020B0503020204020204" pitchFamily="34" charset="-120"/>
              </a:rPr>
              <a:t>技术实现流程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微软雅黑" panose="020B0503020204020204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731520" y="155448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cs typeface="Arial" panose="020B0604020202020204" pitchFamily="34" charset="-120"/>
              </a:rPr>
              <a:t>01</a:t>
            </a:r>
            <a:endParaRPr lang="en-US" sz="2800" b="1" dirty="0">
              <a:solidFill>
                <a:schemeClr val="tx1"/>
              </a:solidFill>
              <a:cs typeface="Arial" panose="020B0604020202020204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cs typeface="微软雅黑" panose="020B0503020204020204" pitchFamily="34" charset="-120"/>
              </a:rPr>
              <a:t>字源数据采集</a:t>
            </a:r>
            <a:endParaRPr lang="en-US" sz="14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731520" y="274320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从汉典网站采集甲骨文到楷书的演变图片</a:t>
            </a:r>
            <a:endParaRPr lang="en-US" sz="11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>
            <p:custDataLst>
              <p:tags r:id="rId5"/>
            </p:custDataLst>
          </p:nvPr>
        </p:nvSpPr>
        <p:spPr>
          <a:xfrm>
            <a:off x="2560320" y="192024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2834640" y="155448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cs typeface="Arial" panose="020B0604020202020204" pitchFamily="34" charset="-120"/>
              </a:rPr>
              <a:t>02</a:t>
            </a:r>
            <a:endParaRPr lang="en-US" sz="2800" b="1" dirty="0">
              <a:solidFill>
                <a:schemeClr val="tx1"/>
              </a:solidFill>
              <a:cs typeface="Arial" panose="020B0604020202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7"/>
            </p:custDataLst>
          </p:nvPr>
        </p:nvSpPr>
        <p:spPr>
          <a:xfrm>
            <a:off x="2834640" y="2286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cs typeface="微软雅黑" panose="020B0503020204020204" pitchFamily="34" charset="-120"/>
              </a:rPr>
              <a:t>Prompt工程</a:t>
            </a:r>
            <a:endParaRPr lang="en-US" sz="14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2834640" y="274320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设计固定模板，描述字形变化特征</a:t>
            </a:r>
            <a:endParaRPr lang="en-US" sz="11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4663440" y="192024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1" name="Text 9"/>
          <p:cNvSpPr/>
          <p:nvPr>
            <p:custDataLst>
              <p:tags r:id="rId10"/>
            </p:custDataLst>
          </p:nvPr>
        </p:nvSpPr>
        <p:spPr>
          <a:xfrm>
            <a:off x="4937760" y="155448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cs typeface="Arial" panose="020B0604020202020204" pitchFamily="34" charset="-120"/>
              </a:rPr>
              <a:t>03</a:t>
            </a:r>
            <a:endParaRPr lang="en-US" sz="2800" b="1" dirty="0">
              <a:solidFill>
                <a:schemeClr val="tx1"/>
              </a:solidFill>
              <a:cs typeface="Arial" panose="020B0604020202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1"/>
            </p:custDataLst>
          </p:nvPr>
        </p:nvSpPr>
        <p:spPr>
          <a:xfrm>
            <a:off x="4937760" y="2286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cs typeface="微软雅黑" panose="020B0503020204020204" pitchFamily="34" charset="-120"/>
              </a:rPr>
              <a:t>AI视频生成</a:t>
            </a:r>
            <a:endParaRPr lang="en-US" sz="14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2"/>
            </p:custDataLst>
          </p:nvPr>
        </p:nvSpPr>
        <p:spPr>
          <a:xfrm>
            <a:off x="4937760" y="274320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使用可灵、即梦等工具</a:t>
            </a:r>
            <a:r>
              <a:rPr lang="zh-CN" alt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、或者直接</a:t>
            </a:r>
            <a:r>
              <a:rPr lang="en-US" altLang="zh-CN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API</a:t>
            </a:r>
            <a:r>
              <a:rPr lang="zh-CN" alt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调用</a:t>
            </a:r>
            <a:r>
              <a:rPr 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生成过渡动画</a:t>
            </a:r>
            <a:endParaRPr lang="en-US" sz="11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13"/>
            </p:custDataLst>
          </p:nvPr>
        </p:nvSpPr>
        <p:spPr>
          <a:xfrm>
            <a:off x="6766560" y="192024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Text 13"/>
          <p:cNvSpPr/>
          <p:nvPr>
            <p:custDataLst>
              <p:tags r:id="rId14"/>
            </p:custDataLst>
          </p:nvPr>
        </p:nvSpPr>
        <p:spPr>
          <a:xfrm>
            <a:off x="7040880" y="155448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cs typeface="Arial" panose="020B0604020202020204" pitchFamily="34" charset="-120"/>
              </a:rPr>
              <a:t>04</a:t>
            </a:r>
            <a:endParaRPr lang="en-US" sz="2800" b="1" dirty="0">
              <a:solidFill>
                <a:schemeClr val="tx1"/>
              </a:solidFill>
              <a:cs typeface="Arial" panose="020B0604020202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5"/>
            </p:custDataLst>
          </p:nvPr>
        </p:nvSpPr>
        <p:spPr>
          <a:xfrm>
            <a:off x="7040880" y="2286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cs typeface="微软雅黑" panose="020B0503020204020204" pitchFamily="34" charset="-120"/>
              </a:rPr>
              <a:t>TTS配音</a:t>
            </a:r>
            <a:endParaRPr lang="en-US" sz="14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6"/>
            </p:custDataLst>
          </p:nvPr>
        </p:nvSpPr>
        <p:spPr>
          <a:xfrm>
            <a:off x="7040880" y="274320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利用</a:t>
            </a:r>
            <a:r>
              <a:rPr lang="en-US" altLang="zh-CN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TTS</a:t>
            </a:r>
            <a:r>
              <a:rPr lang="zh-CN" alt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语音模型，</a:t>
            </a:r>
            <a:r>
              <a:rPr 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添加字义解说旁白</a:t>
            </a:r>
            <a:endParaRPr lang="en-US" sz="11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7"/>
            </p:custDataLst>
          </p:nvPr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>
            <p:custDataLst>
              <p:tags r:id="rId18"/>
            </p:custDataLst>
          </p:nvPr>
        </p:nvSpPr>
        <p:spPr>
          <a:xfrm>
            <a:off x="914400" y="3977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分段策略</a:t>
            </a:r>
            <a:endParaRPr lang="en-US" sz="12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9"/>
            </p:custDataLst>
          </p:nvPr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1"/>
                </a:solidFill>
                <a:cs typeface="微软雅黑" panose="020B0503020204020204" pitchFamily="34" charset="-120"/>
              </a:rPr>
              <a:t>根据字形类型自动决定分段数量：象形字3段、会意字5段、指事字4段，每段1.5-2秒。</a:t>
            </a:r>
            <a:endParaRPr lang="en-US" sz="12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ea"/>
                <a:cs typeface="微软雅黑" panose="020B0503020204020204" pitchFamily="34" charset="-120"/>
              </a:rPr>
              <a:t>案例："取"字的演变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微软雅黑" panose="020B0503020204020204" pitchFamily="34" charset="-120"/>
            </a:endParaRPr>
          </a:p>
        </p:txBody>
      </p:sp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731520" y="1371600"/>
            <a:ext cx="3657600" cy="21615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914400" y="1508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字义来源</a:t>
            </a:r>
            <a:endParaRPr lang="en-US" sz="11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91440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取</a:t>
            </a:r>
            <a:endParaRPr lang="en-US" sz="36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1554480" y="1965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1"/>
                </a:solidFill>
                <a:cs typeface="微软雅黑" panose="020B0503020204020204" pitchFamily="34" charset="-120"/>
              </a:rPr>
              <a:t>(会意字)</a:t>
            </a:r>
            <a:endParaRPr lang="en-US" sz="12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914400" y="246888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甲骨文字形：左边是耳朵，右边是手(又)，合起来表示用手割耳朵。古代作战，以割取敌人尸体首级或左耳以计数献功。</a:t>
            </a:r>
            <a:endParaRPr lang="en-US" sz="11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7"/>
            </p:custDataLst>
          </p:nvPr>
        </p:nvSpPr>
        <p:spPr>
          <a:xfrm>
            <a:off x="914400" y="32004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《说文解字》：</a:t>
            </a:r>
            <a:endParaRPr lang="en-US" sz="10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914400" y="34290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chemeClr val="accent1"/>
                </a:solidFill>
                <a:cs typeface="微软雅黑" panose="020B0503020204020204" pitchFamily="34" charset="-120"/>
              </a:rPr>
              <a:t>"捕取也。从又从耳。"</a:t>
            </a:r>
            <a:endParaRPr lang="en-US" sz="1000" i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4754880" y="1371600"/>
            <a:ext cx="914400" cy="1188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>
            <p:custDataLst>
              <p:tags r:id="rId10"/>
            </p:custDataLst>
          </p:nvPr>
        </p:nvSpPr>
        <p:spPr>
          <a:xfrm>
            <a:off x="4754880" y="1463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甲骨文</a:t>
            </a:r>
            <a:endParaRPr lang="en-US" sz="10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1"/>
            </p:custDataLst>
          </p:nvPr>
        </p:nvSpPr>
        <p:spPr>
          <a:xfrm>
            <a:off x="475488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>
            <p:custDataLst>
              <p:tags r:id="rId12"/>
            </p:custDataLst>
          </p:nvPr>
        </p:nvSpPr>
        <p:spPr>
          <a:xfrm>
            <a:off x="4754880" y="23774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chemeClr val="accent1"/>
                </a:solidFill>
                <a:cs typeface="微软雅黑" panose="020B0503020204020204" pitchFamily="34" charset="-120"/>
              </a:rPr>
              <a:t>象形性强</a:t>
            </a:r>
            <a:endParaRPr lang="en-US" sz="8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3"/>
            </p:custDataLst>
          </p:nvPr>
        </p:nvSpPr>
        <p:spPr>
          <a:xfrm>
            <a:off x="5669280" y="182880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  <a:cs typeface="Arial" panose="020B0604020202020204" pitchFamily="34" charset="-120"/>
              </a:rPr>
              <a:t>-&gt;</a:t>
            </a:r>
            <a:endParaRPr lang="en-US" sz="1400" dirty="0">
              <a:solidFill>
                <a:schemeClr val="accent1"/>
              </a:solidFill>
              <a:cs typeface="Arial" panose="020B060402020202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14"/>
            </p:custDataLst>
          </p:nvPr>
        </p:nvSpPr>
        <p:spPr>
          <a:xfrm>
            <a:off x="5852160" y="1371600"/>
            <a:ext cx="914400" cy="1188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>
            <p:custDataLst>
              <p:tags r:id="rId15"/>
            </p:custDataLst>
          </p:nvPr>
        </p:nvSpPr>
        <p:spPr>
          <a:xfrm>
            <a:off x="5852160" y="1463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金文</a:t>
            </a:r>
            <a:endParaRPr lang="en-US" sz="10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6"/>
            </p:custDataLst>
          </p:nvPr>
        </p:nvSpPr>
        <p:spPr>
          <a:xfrm>
            <a:off x="585216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8" name="Text 16"/>
          <p:cNvSpPr/>
          <p:nvPr>
            <p:custDataLst>
              <p:tags r:id="rId17"/>
            </p:custDataLst>
          </p:nvPr>
        </p:nvSpPr>
        <p:spPr>
          <a:xfrm>
            <a:off x="5852160" y="23774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chemeClr val="accent1"/>
                </a:solidFill>
                <a:cs typeface="微软雅黑" panose="020B0503020204020204" pitchFamily="34" charset="-120"/>
              </a:rPr>
              <a:t>形义结合</a:t>
            </a:r>
            <a:endParaRPr lang="en-US" sz="8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8"/>
            </p:custDataLst>
          </p:nvPr>
        </p:nvSpPr>
        <p:spPr>
          <a:xfrm>
            <a:off x="6766560" y="182880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  <a:cs typeface="Arial" panose="020B0604020202020204" pitchFamily="34" charset="-120"/>
              </a:rPr>
              <a:t>-&gt;</a:t>
            </a:r>
            <a:endParaRPr lang="en-US" sz="1400" dirty="0">
              <a:solidFill>
                <a:schemeClr val="accent1"/>
              </a:solidFill>
              <a:cs typeface="Arial" panose="020B060402020202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9"/>
            </p:custDataLst>
          </p:nvPr>
        </p:nvSpPr>
        <p:spPr>
          <a:xfrm>
            <a:off x="6949440" y="1371600"/>
            <a:ext cx="914400" cy="1188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>
            <p:custDataLst>
              <p:tags r:id="rId20"/>
            </p:custDataLst>
          </p:nvPr>
        </p:nvSpPr>
        <p:spPr>
          <a:xfrm>
            <a:off x="6949440" y="1463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小篆</a:t>
            </a:r>
            <a:endParaRPr lang="en-US" sz="10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21"/>
            </p:custDataLst>
          </p:nvPr>
        </p:nvSpPr>
        <p:spPr>
          <a:xfrm>
            <a:off x="694944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3" name="Text 21"/>
          <p:cNvSpPr/>
          <p:nvPr>
            <p:custDataLst>
              <p:tags r:id="rId22"/>
            </p:custDataLst>
          </p:nvPr>
        </p:nvSpPr>
        <p:spPr>
          <a:xfrm>
            <a:off x="6949440" y="23774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chemeClr val="accent1"/>
                </a:solidFill>
                <a:cs typeface="微软雅黑" panose="020B0503020204020204" pitchFamily="34" charset="-120"/>
              </a:rPr>
              <a:t>线条均匀</a:t>
            </a:r>
            <a:endParaRPr lang="en-US" sz="8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23"/>
            </p:custDataLst>
          </p:nvPr>
        </p:nvSpPr>
        <p:spPr>
          <a:xfrm>
            <a:off x="7863840" y="182880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  <a:cs typeface="Arial" panose="020B0604020202020204" pitchFamily="34" charset="-120"/>
              </a:rPr>
              <a:t>-&gt;</a:t>
            </a:r>
            <a:endParaRPr lang="en-US" sz="1400" dirty="0">
              <a:solidFill>
                <a:schemeClr val="accent1"/>
              </a:solidFill>
              <a:cs typeface="Arial" panose="020B0604020202020204" pitchFamily="34" charset="-120"/>
            </a:endParaRPr>
          </a:p>
        </p:txBody>
      </p:sp>
      <p:sp>
        <p:nvSpPr>
          <p:cNvPr id="25" name="Shape 23"/>
          <p:cNvSpPr/>
          <p:nvPr>
            <p:custDataLst>
              <p:tags r:id="rId24"/>
            </p:custDataLst>
          </p:nvPr>
        </p:nvSpPr>
        <p:spPr>
          <a:xfrm>
            <a:off x="8046720" y="1371600"/>
            <a:ext cx="914400" cy="1188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>
            <p:custDataLst>
              <p:tags r:id="rId25"/>
            </p:custDataLst>
          </p:nvPr>
        </p:nvSpPr>
        <p:spPr>
          <a:xfrm>
            <a:off x="8046720" y="1463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楷书</a:t>
            </a:r>
            <a:endParaRPr lang="en-US" sz="10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26"/>
            </p:custDataLst>
          </p:nvPr>
        </p:nvSpPr>
        <p:spPr>
          <a:xfrm>
            <a:off x="804672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8" name="Text 26"/>
          <p:cNvSpPr/>
          <p:nvPr>
            <p:custDataLst>
              <p:tags r:id="rId27"/>
            </p:custDataLst>
          </p:nvPr>
        </p:nvSpPr>
        <p:spPr>
          <a:xfrm>
            <a:off x="8046720" y="23774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chemeClr val="accent1"/>
                </a:solidFill>
                <a:cs typeface="微软雅黑" panose="020B0503020204020204" pitchFamily="34" charset="-120"/>
              </a:rPr>
              <a:t>方块字形</a:t>
            </a:r>
            <a:endParaRPr lang="en-US" sz="8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>
            <p:custDataLst>
              <p:tags r:id="rId28"/>
            </p:custDataLst>
          </p:nvPr>
        </p:nvSpPr>
        <p:spPr>
          <a:xfrm>
            <a:off x="731520" y="3630930"/>
            <a:ext cx="7680960" cy="12801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>
            <p:custDataLst>
              <p:tags r:id="rId29"/>
            </p:custDataLst>
          </p:nvPr>
        </p:nvSpPr>
        <p:spPr>
          <a:xfrm>
            <a:off x="914400" y="37414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Prompt示例（描述字形变化）</a:t>
            </a:r>
            <a:endParaRPr lang="en-US" sz="11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31" name="Text 29"/>
          <p:cNvSpPr/>
          <p:nvPr>
            <p:custDataLst>
              <p:tags r:id="rId30"/>
            </p:custDataLst>
          </p:nvPr>
        </p:nvSpPr>
        <p:spPr>
          <a:xfrm>
            <a:off x="914400" y="412623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1"/>
                </a:solidFill>
                <a:cs typeface="微软雅黑" panose="020B0503020204020204" pitchFamily="34" charset="-120"/>
              </a:rPr>
              <a:t>白底黑字的商朝甲骨文取字，象形性强，笔画稚拙，线条不均匀，笔画平滑过渡变化为西周金文取字，笔画开始规整，线条圆润厚重，保持字形完整不变形，书法风格，画面稳定，2秒</a:t>
            </a:r>
            <a:endParaRPr lang="en-US" sz="11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pic>
        <p:nvPicPr>
          <p:cNvPr id="32" name="图片 31" descr="jiaguwen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4820920" y="1628775"/>
            <a:ext cx="782320" cy="782320"/>
          </a:xfrm>
          <a:prstGeom prst="rect">
            <a:avLst/>
          </a:prstGeom>
        </p:spPr>
      </p:pic>
      <p:pic>
        <p:nvPicPr>
          <p:cNvPr id="33" name="图片 32" descr="jinwen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5938520" y="1668780"/>
            <a:ext cx="742315" cy="742315"/>
          </a:xfrm>
          <a:prstGeom prst="rect">
            <a:avLst/>
          </a:prstGeom>
        </p:spPr>
      </p:pic>
      <p:pic>
        <p:nvPicPr>
          <p:cNvPr id="35" name="图片 34" descr="xiaozhuan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7109460" y="1783080"/>
            <a:ext cx="594360" cy="594360"/>
          </a:xfrm>
          <a:prstGeom prst="rect">
            <a:avLst/>
          </a:prstGeom>
        </p:spPr>
      </p:pic>
      <p:pic>
        <p:nvPicPr>
          <p:cNvPr id="36" name="图片 35" descr="kaishu_cn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8230235" y="1759585"/>
            <a:ext cx="596265" cy="596265"/>
          </a:xfrm>
          <a:prstGeom prst="rect">
            <a:avLst/>
          </a:prstGeom>
        </p:spPr>
      </p:pic>
    </p:spTree>
    <p:custDataLst>
      <p:tags r:id="rId3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ea"/>
                <a:cs typeface="微软雅黑" panose="020B0503020204020204" pitchFamily="34" charset="-120"/>
              </a:rPr>
              <a:t>理论基础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微软雅黑" panose="020B050302020402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10058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005840" y="1600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六书理论</a:t>
            </a:r>
            <a:endParaRPr lang="en-US" sz="16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05840" y="196596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cs typeface="微软雅黑" panose="020B0503020204020204" pitchFamily="34" charset="-120"/>
              </a:rPr>
              <a:t>汉字构形分析的起点，象形字和会意字天然适合可视化呈现</a:t>
            </a:r>
            <a:endParaRPr lang="en-US" sz="13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680960" cy="10058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731520" y="2651760"/>
            <a:ext cx="73152" cy="10058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05840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双重编码理论</a:t>
            </a:r>
            <a:endParaRPr lang="en-US" sz="16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1005840" y="315468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cs typeface="微软雅黑" panose="020B0503020204020204" pitchFamily="34" charset="-120"/>
              </a:rPr>
              <a:t>语言和视觉双重编码，提高记忆保持和提取效率</a:t>
            </a:r>
            <a:endParaRPr lang="en-US" sz="13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1005840" y="3977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认知负荷理论</a:t>
            </a:r>
            <a:endParaRPr lang="en-US" sz="16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005840" y="434340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  <a:cs typeface="微软雅黑" panose="020B0503020204020204" pitchFamily="34" charset="-120"/>
              </a:rPr>
              <a:t>动画整合分散信息，降低外在认知负荷</a:t>
            </a:r>
            <a:endParaRPr lang="en-US" sz="13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9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3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3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92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93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94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9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11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4"/>
</p:tagLst>
</file>

<file path=ppt/tags/tag11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9"/>
</p:tagLst>
</file>

<file path=ppt/tags/tag1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ID" val="_11*i*35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YPE" val="i"/>
  <p:tag name="KSO_WM_UNIT_INDEX" val="35"/>
</p:tagLst>
</file>

<file path=ppt/tags/tag1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06"/>
</p:tagLst>
</file>

<file path=ppt/tags/tag15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606"/>
</p:tagLst>
</file>

<file path=ppt/tags/tag15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06"/>
  <p:tag name="KSO_WM_TEMPLATE_CATEGORY" val="custom"/>
  <p:tag name="KSO_WM_TEMPLATE_MASTER_TYPE" val="0"/>
</p:tagLst>
</file>

<file path=ppt/tags/tag1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06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6"/>
  <p:tag name="KSO_WM_TEMPLATE_CATEGORY" val="custom"/>
  <p:tag name="KSO_WM_UNIT_ISCONTENTSTITLE" val="0"/>
  <p:tag name="KSO_WM_UNIT_VALUE" val="19"/>
  <p:tag name="KSO_WM_UNIT_PRESET_TEXT" val="WPS,a click to unlimited possibilities"/>
  <p:tag name="KSO_WM_UNIT_TEXT_TYPE" val="1"/>
</p:tagLst>
</file>

<file path=ppt/tags/tag17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6"/>
  <p:tag name="KSO_WM_TEMPLATE_CATEGORY" val="custom"/>
  <p:tag name="KSO_WM_UNIT_ISCONTENTSTITLE" val="0"/>
  <p:tag name="KSO_WM_UNIT_VALUE" val="18"/>
  <p:tag name="KSO_WM_UNIT_PRESET_TEXT" val="单击此处编辑母版标题样式"/>
  <p:tag name="KSO_WM_UNIT_TEXT_TYPE" val="1"/>
</p:tagLst>
</file>

<file path=ppt/tags/tag17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6"/>
  <p:tag name="KSO_WM_TEMPLATE_CATEGORY" val="custom"/>
  <p:tag name="KSO_WM_UNIT_VALUE" val="11"/>
  <p:tag name="KSO_WM_UNIT_PRESET_TEXT" val="署名"/>
</p:tagLst>
</file>

<file path=ppt/tags/tag178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06"/>
  <p:tag name="KSO_WM_TEMPLATE_CATEGORY" val="custom"/>
  <p:tag name="KSO_WM_SLIDE_INDEX" val="1"/>
  <p:tag name="KSO_WM_SLIDE_ID" val="custom20238606_1"/>
  <p:tag name="KSO_WM_TEMPLATE_MASTER_TYPE" val="0"/>
  <p:tag name="KSO_WM_SLIDE_LAYOUT" val="a_b_f"/>
  <p:tag name="KSO_WM_SLIDE_LAYOUT_CNT" val="1_1_1"/>
</p:tagLst>
</file>

<file path=ppt/tags/tag17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0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81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82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83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8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85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8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8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06"/>
  <p:tag name="KSO_WM_TEMPLATE_CATEGORY" val="custom"/>
  <p:tag name="KSO_WM_SLIDE_INDEX" val="8"/>
  <p:tag name="KSO_WM_SLIDE_ID" val="custom2023860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8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9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9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9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9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9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9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9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9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06"/>
  <p:tag name="KSO_WM_TEMPLATE_CATEGORY" val="custom"/>
  <p:tag name="KSO_WM_SLIDE_INDEX" val="8"/>
  <p:tag name="KSO_WM_SLIDE_ID" val="custom2023860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9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8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  <p:tag name="KSO_WM_UNIT_SUBTYPE" val="d"/>
</p:tagLst>
</file>

<file path=ppt/tags/tag199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20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01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202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  <p:tag name="KSO_WM_UNIT_SUBTYPE" val="d"/>
</p:tagLst>
</file>

<file path=ppt/tags/tag203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20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05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206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  <p:tag name="KSO_WM_UNIT_SUBTYPE" val="d"/>
</p:tagLst>
</file>

<file path=ppt/tags/tag207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208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09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210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  <p:tag name="KSO_WM_UNIT_SUBTYPE" val="d"/>
</p:tagLst>
</file>

<file path=ppt/tags/tag211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21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13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14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15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06"/>
  <p:tag name="KSO_WM_TEMPLATE_CATEGORY" val="custom"/>
  <p:tag name="KSO_WM_SLIDE_INDEX" val="8"/>
  <p:tag name="KSO_WM_SLIDE_ID" val="custom2023860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18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1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20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22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223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224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2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27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28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29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30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3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32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33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34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3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3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37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238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239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240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4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42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43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244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245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246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247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248.xml><?xml version="1.0" encoding="utf-8"?>
<p:tagLst xmlns:p="http://schemas.openxmlformats.org/presentationml/2006/main">
  <p:tag name="KSO_WM_UNIT_INDEX" val="13"/>
  <p:tag name="KSO_WM_UNIT_TYPE" val="j"/>
  <p:tag name="KSO_WM_BEAUTIFY_FLAG" val="#wm#"/>
</p:tagLst>
</file>

<file path=ppt/tags/tag249.xml><?xml version="1.0" encoding="utf-8"?>
<p:tagLst xmlns:p="http://schemas.openxmlformats.org/presentationml/2006/main">
  <p:tag name="KSO_WM_UNIT_INDEX" val="19"/>
  <p:tag name="KSO_WM_UNIT_TYPE" val="j"/>
  <p:tag name="KSO_WM_BEAUTIFY_FLAG" val="#wm#"/>
</p:tagLst>
</file>

<file path=ppt/tags/tag250.xml><?xml version="1.0" encoding="utf-8"?>
<p:tagLst xmlns:p="http://schemas.openxmlformats.org/presentationml/2006/main">
  <p:tag name="KSO_WM_UNIT_INDEX" val="18"/>
  <p:tag name="KSO_WM_UNIT_TYPE" val="j"/>
  <p:tag name="KSO_WM_BEAUTIFY_FLAG" val="#wm#"/>
</p:tagLst>
</file>

<file path=ppt/tags/tag25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06"/>
  <p:tag name="KSO_WM_TEMPLATE_CATEGORY" val="custom"/>
  <p:tag name="KSO_WM_SLIDE_INDEX" val="8"/>
  <p:tag name="KSO_WM_SLIDE_ID" val="custom2023860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52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5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254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25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25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257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258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25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06"/>
  <p:tag name="KSO_WM_TEMPLATE_CATEGORY" val="custom"/>
  <p:tag name="KSO_WM_SLIDE_INDEX" val="8"/>
  <p:tag name="KSO_WM_SLIDE_ID" val="custom2023860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1_简约风线条感留白设计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000000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WPS 演示</Application>
  <PresentationFormat>On-screen Show (16:9)</PresentationFormat>
  <Paragraphs>121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Calibri Light</vt:lpstr>
      <vt:lpstr>1_简约风线条感留白设计职场办公</vt:lpstr>
      <vt:lpstr>AIGC技术在汉字教学中的应用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AIGC技术在汉字教学中的应用</dc:title>
  <dc:creator>王正焱</dc:creator>
  <dc:subject>PptxGenJS Presentation</dc:subject>
  <cp:lastModifiedBy>Красный</cp:lastModifiedBy>
  <cp:revision>2</cp:revision>
  <dcterms:created xsi:type="dcterms:W3CDTF">2026-05-28T10:26:00Z</dcterms:created>
  <dcterms:modified xsi:type="dcterms:W3CDTF">2026-05-28T10:38:55Z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5703AE6FA2DB405C85E7E24F9C180AC4_12</vt:lpwstr>
  </property>
</Properties>
</file>